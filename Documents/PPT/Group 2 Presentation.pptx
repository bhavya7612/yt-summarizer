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2" r:id="rId1"/>
  </p:sldMasterIdLst>
  <p:notesMasterIdLst>
    <p:notesMasterId r:id="rId27"/>
  </p:notesMasterIdLst>
  <p:sldIdLst>
    <p:sldId id="256" r:id="rId2"/>
    <p:sldId id="257" r:id="rId3"/>
    <p:sldId id="258" r:id="rId4"/>
    <p:sldId id="259" r:id="rId5"/>
    <p:sldId id="260" r:id="rId6"/>
    <p:sldId id="261" r:id="rId7"/>
    <p:sldId id="262" r:id="rId8"/>
    <p:sldId id="264" r:id="rId9"/>
    <p:sldId id="263" r:id="rId10"/>
    <p:sldId id="281" r:id="rId11"/>
    <p:sldId id="269" r:id="rId12"/>
    <p:sldId id="270" r:id="rId13"/>
    <p:sldId id="282" r:id="rId14"/>
    <p:sldId id="287" r:id="rId15"/>
    <p:sldId id="288" r:id="rId16"/>
    <p:sldId id="289" r:id="rId17"/>
    <p:sldId id="292" r:id="rId18"/>
    <p:sldId id="293" r:id="rId19"/>
    <p:sldId id="294" r:id="rId20"/>
    <p:sldId id="295" r:id="rId21"/>
    <p:sldId id="284" r:id="rId22"/>
    <p:sldId id="285" r:id="rId23"/>
    <p:sldId id="290" r:id="rId24"/>
    <p:sldId id="291" r:id="rId25"/>
    <p:sldId id="280" r:id="rId26"/>
  </p:sldIdLst>
  <p:sldSz cx="12192000" cy="6858000"/>
  <p:notesSz cx="6858000" cy="9144000"/>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4" d="100"/>
          <a:sy n="64" d="100"/>
        </p:scale>
        <p:origin x="-864" y="-102"/>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6"/>
        <p:cNvGrpSpPr/>
        <p:nvPr/>
      </p:nvGrpSpPr>
      <p:grpSpPr>
        <a:xfrm>
          <a:off x="0" y="0"/>
          <a:ext cx="0" cy="0"/>
          <a:chOff x="0" y="0"/>
          <a:chExt cx="0" cy="0"/>
        </a:xfrm>
      </p:grpSpPr>
      <p:sp>
        <p:nvSpPr>
          <p:cNvPr id="17" name="Google Shape;17;p2"/>
          <p:cNvSpPr/>
          <p:nvPr/>
        </p:nvSpPr>
        <p:spPr>
          <a:xfrm>
            <a:off x="0" y="4035485"/>
            <a:ext cx="12192000" cy="2822515"/>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pic>
        <p:nvPicPr>
          <p:cNvPr id="18" name="Google Shape;18;p2" descr="C:\Users\Admin\Desktop\New folder (3)\PPT\AcroLogoTransparant.png"/>
          <p:cNvPicPr preferRelativeResize="0"/>
          <p:nvPr/>
        </p:nvPicPr>
        <p:blipFill rotWithShape="1">
          <a:blip r:embed="rId2">
            <a:alphaModFix/>
          </a:blip>
          <a:srcRect/>
          <a:stretch/>
        </p:blipFill>
        <p:spPr>
          <a:xfrm>
            <a:off x="2353479" y="1317808"/>
            <a:ext cx="7485043" cy="1516818"/>
          </a:xfrm>
          <a:prstGeom prst="rect">
            <a:avLst/>
          </a:prstGeom>
          <a:noFill/>
          <a:ln>
            <a:noFill/>
          </a:ln>
        </p:spPr>
      </p:pic>
      <p:sp>
        <p:nvSpPr>
          <p:cNvPr id="19" name="Google Shape;19;p2"/>
          <p:cNvSpPr/>
          <p:nvPr/>
        </p:nvSpPr>
        <p:spPr>
          <a:xfrm>
            <a:off x="246762" y="4621311"/>
            <a:ext cx="11698476" cy="150810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600" b="1" i="0" u="none" strike="noStrike" cap="none">
                <a:solidFill>
                  <a:schemeClr val="lt1"/>
                </a:solidFill>
                <a:latin typeface="Arial Black"/>
                <a:ea typeface="Arial Black"/>
                <a:cs typeface="Arial Black"/>
                <a:sym typeface="Arial Black"/>
              </a:rPr>
              <a:t>Acropolis Institute of Technology &amp; Research, Indore</a:t>
            </a:r>
            <a:endParaRPr/>
          </a:p>
        </p:txBody>
      </p:sp>
      <p:sp>
        <p:nvSpPr>
          <p:cNvPr id="20" name="Google Shape;20;p2"/>
          <p:cNvSpPr txBox="1"/>
          <p:nvPr/>
        </p:nvSpPr>
        <p:spPr>
          <a:xfrm>
            <a:off x="8498541" y="6454562"/>
            <a:ext cx="3680012"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i="0" u="none" strike="noStrike" cap="none">
                <a:solidFill>
                  <a:schemeClr val="dk1"/>
                </a:solidFill>
                <a:latin typeface="Quattrocento Sans"/>
                <a:ea typeface="Quattrocento Sans"/>
                <a:cs typeface="Quattrocento Sans"/>
                <a:sym typeface="Quattrocento Sans"/>
              </a:rPr>
              <a:t>www.acropolis.in</a:t>
            </a:r>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p:nvPr/>
        </p:nvSpPr>
        <p:spPr>
          <a:xfrm>
            <a:off x="0" y="0"/>
            <a:ext cx="12192000" cy="4866468"/>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3" name="Google Shape;23;p3"/>
          <p:cNvSpPr txBox="1">
            <a:spLocks noGrp="1"/>
          </p:cNvSpPr>
          <p:nvPr>
            <p:ph type="ctrTitle"/>
          </p:nvPr>
        </p:nvSpPr>
        <p:spPr>
          <a:xfrm>
            <a:off x="838200" y="2061006"/>
            <a:ext cx="10515600" cy="2387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7200"/>
              <a:buFont typeface="Calibri"/>
              <a:buNone/>
              <a:defRPr sz="72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76704" y="5110609"/>
            <a:ext cx="12037454" cy="1137793"/>
          </a:xfrm>
          <a:prstGeom prst="rect">
            <a:avLst/>
          </a:prstGeom>
          <a:noFill/>
          <a:ln>
            <a:noFill/>
          </a:ln>
        </p:spPr>
        <p:txBody>
          <a:bodyPr spcFirstLastPara="1" wrap="square" lIns="91425" tIns="45700" rIns="91425" bIns="45700" anchor="t" anchorCtr="0">
            <a:normAutofit/>
          </a:bodyPr>
          <a:lstStyle>
            <a:lvl1pPr lvl="0" algn="r">
              <a:lnSpc>
                <a:spcPct val="150000"/>
              </a:lnSpc>
              <a:spcBef>
                <a:spcPts val="600"/>
              </a:spcBef>
              <a:spcAft>
                <a:spcPts val="0"/>
              </a:spcAft>
              <a:buSzPts val="4000"/>
              <a:buNone/>
              <a:defRPr sz="4000" b="1">
                <a:solidFill>
                  <a:schemeClr val="dk1"/>
                </a:solidFill>
                <a:latin typeface="Droid Sans Mono"/>
                <a:ea typeface="Droid Sans Mono"/>
                <a:cs typeface="Droid Sans Mono"/>
                <a:sym typeface="Droid Sans Mono"/>
              </a:defRPr>
            </a:lvl1pPr>
            <a:lvl2pPr lvl="1" algn="ctr">
              <a:lnSpc>
                <a:spcPct val="90000"/>
              </a:lnSpc>
              <a:spcBef>
                <a:spcPts val="600"/>
              </a:spcBef>
              <a:spcAft>
                <a:spcPts val="0"/>
              </a:spcAft>
              <a:buSzPts val="2000"/>
              <a:buNone/>
              <a:defRPr sz="2000"/>
            </a:lvl2pPr>
            <a:lvl3pPr lvl="2" algn="ctr">
              <a:lnSpc>
                <a:spcPct val="90000"/>
              </a:lnSpc>
              <a:spcBef>
                <a:spcPts val="540"/>
              </a:spcBef>
              <a:spcAft>
                <a:spcPts val="0"/>
              </a:spcAft>
              <a:buSzPts val="1800"/>
              <a:buNone/>
              <a:defRPr sz="1800"/>
            </a:lvl3pPr>
            <a:lvl4pPr lvl="3" algn="ctr">
              <a:lnSpc>
                <a:spcPct val="90000"/>
              </a:lnSpc>
              <a:spcBef>
                <a:spcPts val="480"/>
              </a:spcBef>
              <a:spcAft>
                <a:spcPts val="0"/>
              </a:spcAft>
              <a:buSzPts val="1600"/>
              <a:buNone/>
              <a:defRPr sz="1600"/>
            </a:lvl4pPr>
            <a:lvl5pPr lvl="4" algn="ctr">
              <a:lnSpc>
                <a:spcPct val="90000"/>
              </a:lnSpc>
              <a:spcBef>
                <a:spcPts val="480"/>
              </a:spcBef>
              <a:spcAft>
                <a:spcPts val="0"/>
              </a:spcAft>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a:endParaRPr/>
          </a:p>
        </p:txBody>
      </p:sp>
      <p:sp>
        <p:nvSpPr>
          <p:cNvPr id="25" name="Google Shape;25;p3"/>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i="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p:nvPr/>
        </p:nvSpPr>
        <p:spPr>
          <a:xfrm>
            <a:off x="5656882" y="1709738"/>
            <a:ext cx="6535119" cy="357518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0" name="Google Shape;30;p4"/>
          <p:cNvSpPr txBox="1">
            <a:spLocks noGrp="1"/>
          </p:cNvSpPr>
          <p:nvPr>
            <p:ph type="title"/>
          </p:nvPr>
        </p:nvSpPr>
        <p:spPr>
          <a:xfrm>
            <a:off x="838201" y="2402238"/>
            <a:ext cx="4508715" cy="218722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Droid Sans Mono"/>
              <a:buNone/>
              <a:defRPr sz="4400" b="1">
                <a:solidFill>
                  <a:schemeClr val="dk1"/>
                </a:solidFill>
                <a:latin typeface="Droid Sans Mono"/>
                <a:ea typeface="Droid Sans Mono"/>
                <a:cs typeface="Droid Sans Mono"/>
                <a:sym typeface="Droid Sans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6323308" y="2402237"/>
            <a:ext cx="5269424" cy="2187226"/>
          </a:xfrm>
          <a:prstGeom prst="rect">
            <a:avLst/>
          </a:prstGeom>
          <a:noFill/>
          <a:ln>
            <a:noFill/>
          </a:ln>
        </p:spPr>
        <p:txBody>
          <a:bodyPr spcFirstLastPara="1" wrap="square" lIns="91425" tIns="45700" rIns="91425" bIns="45700" anchor="ctr" anchorCtr="0">
            <a:normAutofit/>
          </a:bodyPr>
          <a:lstStyle>
            <a:lvl1pPr marL="457200" lvl="0" indent="-228600" algn="l">
              <a:lnSpc>
                <a:spcPct val="150000"/>
              </a:lnSpc>
              <a:spcBef>
                <a:spcPts val="1320"/>
              </a:spcBef>
              <a:spcAft>
                <a:spcPts val="0"/>
              </a:spcAft>
              <a:buSzPts val="4400"/>
              <a:buNone/>
              <a:defRPr sz="4400" b="1">
                <a:solidFill>
                  <a:schemeClr val="lt1"/>
                </a:solidFill>
                <a:latin typeface="Calibri"/>
                <a:ea typeface="Calibri"/>
                <a:cs typeface="Calibri"/>
                <a:sym typeface="Calibri"/>
              </a:defRPr>
            </a:lvl1pPr>
            <a:lvl2pPr marL="914400" lvl="1" indent="-228600" algn="just">
              <a:lnSpc>
                <a:spcPct val="90000"/>
              </a:lnSpc>
              <a:spcBef>
                <a:spcPts val="600"/>
              </a:spcBef>
              <a:spcAft>
                <a:spcPts val="0"/>
              </a:spcAft>
              <a:buSzPts val="2000"/>
              <a:buNone/>
              <a:defRPr sz="2000"/>
            </a:lvl2pPr>
            <a:lvl3pPr marL="1371600" lvl="2" indent="-228600" algn="just">
              <a:lnSpc>
                <a:spcPct val="90000"/>
              </a:lnSpc>
              <a:spcBef>
                <a:spcPts val="540"/>
              </a:spcBef>
              <a:spcAft>
                <a:spcPts val="0"/>
              </a:spcAft>
              <a:buSzPts val="1800"/>
              <a:buNone/>
              <a:defRPr sz="1800"/>
            </a:lvl3pPr>
            <a:lvl4pPr marL="1828800" lvl="3" indent="-228600" algn="just">
              <a:lnSpc>
                <a:spcPct val="90000"/>
              </a:lnSpc>
              <a:spcBef>
                <a:spcPts val="480"/>
              </a:spcBef>
              <a:spcAft>
                <a:spcPts val="0"/>
              </a:spcAft>
              <a:buSzPts val="1600"/>
              <a:buNone/>
              <a:defRPr sz="1600"/>
            </a:lvl4pPr>
            <a:lvl5pPr marL="2286000" lvl="4" indent="-228600" algn="just">
              <a:lnSpc>
                <a:spcPct val="90000"/>
              </a:lnSpc>
              <a:spcBef>
                <a:spcPts val="480"/>
              </a:spcBef>
              <a:spcAft>
                <a:spcPts val="0"/>
              </a:spcAft>
              <a:buSzPts val="1600"/>
              <a:buNone/>
              <a:defRPr sz="1600"/>
            </a:lvl5pPr>
            <a:lvl6pPr marL="2743200" lvl="5" indent="-228600" algn="l">
              <a:lnSpc>
                <a:spcPct val="90000"/>
              </a:lnSpc>
              <a:spcBef>
                <a:spcPts val="480"/>
              </a:spcBef>
              <a:spcAft>
                <a:spcPts val="0"/>
              </a:spcAft>
              <a:buClr>
                <a:schemeClr val="dk1"/>
              </a:buClr>
              <a:buSzPts val="1600"/>
              <a:buNone/>
              <a:defRPr sz="1600"/>
            </a:lvl6pPr>
            <a:lvl7pPr marL="3200400" lvl="6" indent="-228600" algn="l">
              <a:lnSpc>
                <a:spcPct val="90000"/>
              </a:lnSpc>
              <a:spcBef>
                <a:spcPts val="480"/>
              </a:spcBef>
              <a:spcAft>
                <a:spcPts val="0"/>
              </a:spcAft>
              <a:buClr>
                <a:schemeClr val="dk1"/>
              </a:buClr>
              <a:buSzPts val="1600"/>
              <a:buNone/>
              <a:defRPr sz="1600"/>
            </a:lvl7pPr>
            <a:lvl8pPr marL="3657600" lvl="7" indent="-228600" algn="l">
              <a:lnSpc>
                <a:spcPct val="90000"/>
              </a:lnSpc>
              <a:spcBef>
                <a:spcPts val="480"/>
              </a:spcBef>
              <a:spcAft>
                <a:spcPts val="0"/>
              </a:spcAft>
              <a:buClr>
                <a:schemeClr val="dk1"/>
              </a:buClr>
              <a:buSzPts val="1600"/>
              <a:buNone/>
              <a:defRPr sz="1600"/>
            </a:lvl8pPr>
            <a:lvl9pPr marL="4114800" lvl="8" indent="-228600" algn="l">
              <a:lnSpc>
                <a:spcPct val="90000"/>
              </a:lnSpc>
              <a:spcBef>
                <a:spcPts val="480"/>
              </a:spcBef>
              <a:spcAft>
                <a:spcPts val="0"/>
              </a:spcAft>
              <a:buClr>
                <a:schemeClr val="dk1"/>
              </a:buClr>
              <a:buSzPts val="1600"/>
              <a:buNone/>
              <a:defRPr sz="1600"/>
            </a:lvl9pPr>
          </a:lstStyle>
          <a:p>
            <a:endParaRPr/>
          </a:p>
        </p:txBody>
      </p:sp>
      <p:sp>
        <p:nvSpPr>
          <p:cNvPr id="32" name="Google Shape;32;p4"/>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5"/>
        <p:cNvGrpSpPr/>
        <p:nvPr/>
      </p:nvGrpSpPr>
      <p:grpSpPr>
        <a:xfrm>
          <a:off x="0" y="0"/>
          <a:ext cx="0" cy="0"/>
          <a:chOff x="0" y="0"/>
          <a:chExt cx="0" cy="0"/>
        </a:xfrm>
      </p:grpSpPr>
      <p:sp>
        <p:nvSpPr>
          <p:cNvPr id="36" name="Google Shape;36;p5"/>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5"/>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1" u="none" strike="noStrike" cap="none">
                <a:solidFill>
                  <a:srgbClr val="0C0C0C"/>
                </a:solidFill>
                <a:latin typeface="Quattrocento Sans"/>
                <a:ea typeface="Quattrocento Sans"/>
                <a:cs typeface="Quattrocento Sans"/>
                <a:sym typeface="Quattrocento Sans"/>
              </a:defRPr>
            </a:lvl1pPr>
            <a:lvl2pPr marL="0" lvl="1" indent="0" algn="r">
              <a:spcBef>
                <a:spcPts val="0"/>
              </a:spcBef>
              <a:buNone/>
              <a:defRPr sz="1200" b="0" i="1" u="none" strike="noStrike" cap="none">
                <a:solidFill>
                  <a:srgbClr val="0C0C0C"/>
                </a:solidFill>
                <a:latin typeface="Quattrocento Sans"/>
                <a:ea typeface="Quattrocento Sans"/>
                <a:cs typeface="Quattrocento Sans"/>
                <a:sym typeface="Quattrocento Sans"/>
              </a:defRPr>
            </a:lvl2pPr>
            <a:lvl3pPr marL="0" lvl="2" indent="0" algn="r">
              <a:spcBef>
                <a:spcPts val="0"/>
              </a:spcBef>
              <a:buNone/>
              <a:defRPr sz="1200" b="0" i="1" u="none" strike="noStrike" cap="none">
                <a:solidFill>
                  <a:srgbClr val="0C0C0C"/>
                </a:solidFill>
                <a:latin typeface="Quattrocento Sans"/>
                <a:ea typeface="Quattrocento Sans"/>
                <a:cs typeface="Quattrocento Sans"/>
                <a:sym typeface="Quattrocento Sans"/>
              </a:defRPr>
            </a:lvl3pPr>
            <a:lvl4pPr marL="0" lvl="3" indent="0" algn="r">
              <a:spcBef>
                <a:spcPts val="0"/>
              </a:spcBef>
              <a:buNone/>
              <a:defRPr sz="1200" b="0" i="1" u="none" strike="noStrike" cap="none">
                <a:solidFill>
                  <a:srgbClr val="0C0C0C"/>
                </a:solidFill>
                <a:latin typeface="Quattrocento Sans"/>
                <a:ea typeface="Quattrocento Sans"/>
                <a:cs typeface="Quattrocento Sans"/>
                <a:sym typeface="Quattrocento Sans"/>
              </a:defRPr>
            </a:lvl4pPr>
            <a:lvl5pPr marL="0" lvl="4" indent="0" algn="r">
              <a:spcBef>
                <a:spcPts val="0"/>
              </a:spcBef>
              <a:buNone/>
              <a:defRPr sz="1200" b="0" i="1" u="none" strike="noStrike" cap="none">
                <a:solidFill>
                  <a:srgbClr val="0C0C0C"/>
                </a:solidFill>
                <a:latin typeface="Quattrocento Sans"/>
                <a:ea typeface="Quattrocento Sans"/>
                <a:cs typeface="Quattrocento Sans"/>
                <a:sym typeface="Quattrocento Sans"/>
              </a:defRPr>
            </a:lvl5pPr>
            <a:lvl6pPr marL="0" lvl="5" indent="0" algn="r">
              <a:spcBef>
                <a:spcPts val="0"/>
              </a:spcBef>
              <a:buNone/>
              <a:defRPr sz="1200" b="0" i="1" u="none" strike="noStrike" cap="none">
                <a:solidFill>
                  <a:srgbClr val="0C0C0C"/>
                </a:solidFill>
                <a:latin typeface="Quattrocento Sans"/>
                <a:ea typeface="Quattrocento Sans"/>
                <a:cs typeface="Quattrocento Sans"/>
                <a:sym typeface="Quattrocento Sans"/>
              </a:defRPr>
            </a:lvl6pPr>
            <a:lvl7pPr marL="0" lvl="6" indent="0" algn="r">
              <a:spcBef>
                <a:spcPts val="0"/>
              </a:spcBef>
              <a:buNone/>
              <a:defRPr sz="1200" b="0" i="1" u="none" strike="noStrike" cap="none">
                <a:solidFill>
                  <a:srgbClr val="0C0C0C"/>
                </a:solidFill>
                <a:latin typeface="Quattrocento Sans"/>
                <a:ea typeface="Quattrocento Sans"/>
                <a:cs typeface="Quattrocento Sans"/>
                <a:sym typeface="Quattrocento Sans"/>
              </a:defRPr>
            </a:lvl7pPr>
            <a:lvl8pPr marL="0" lvl="7" indent="0" algn="r">
              <a:spcBef>
                <a:spcPts val="0"/>
              </a:spcBef>
              <a:buNone/>
              <a:defRPr sz="1200" b="0" i="1" u="none" strike="noStrike" cap="none">
                <a:solidFill>
                  <a:srgbClr val="0C0C0C"/>
                </a:solidFill>
                <a:latin typeface="Quattrocento Sans"/>
                <a:ea typeface="Quattrocento Sans"/>
                <a:cs typeface="Quattrocento Sans"/>
                <a:sym typeface="Quattrocento Sans"/>
              </a:defRPr>
            </a:lvl8pPr>
            <a:lvl9pPr marL="0" lvl="8" indent="0" algn="r">
              <a:spcBef>
                <a:spcPts val="0"/>
              </a:spcBef>
              <a:buNone/>
              <a:defRPr sz="1200" b="0" i="1" u="none" strike="noStrike" cap="none">
                <a:solidFill>
                  <a:srgbClr val="0C0C0C"/>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41" name="Google Shape;41;p5"/>
          <p:cNvSpPr txBox="1">
            <a:spLocks noGrp="1"/>
          </p:cNvSpPr>
          <p:nvPr>
            <p:ph type="body" idx="1"/>
          </p:nvPr>
        </p:nvSpPr>
        <p:spPr>
          <a:xfrm>
            <a:off x="172571" y="1418447"/>
            <a:ext cx="11846859" cy="5112846"/>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6"/>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 With Animation">
  <p:cSld name="Title and Content - With Animation">
    <p:spTree>
      <p:nvGrpSpPr>
        <p:cNvPr id="1" name="Shape 46"/>
        <p:cNvGrpSpPr/>
        <p:nvPr/>
      </p:nvGrpSpPr>
      <p:grpSpPr>
        <a:xfrm>
          <a:off x="0" y="0"/>
          <a:ext cx="0" cy="0"/>
          <a:chOff x="0" y="0"/>
          <a:chExt cx="0" cy="0"/>
        </a:xfrm>
      </p:grpSpPr>
      <p:sp>
        <p:nvSpPr>
          <p:cNvPr id="47" name="Google Shape;47;p7"/>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48" name="Google Shape;48;p7"/>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1" u="none" strike="noStrike" cap="none">
                <a:solidFill>
                  <a:srgbClr val="0C0C0C"/>
                </a:solidFill>
                <a:latin typeface="Quattrocento Sans"/>
                <a:ea typeface="Quattrocento Sans"/>
                <a:cs typeface="Quattrocento Sans"/>
                <a:sym typeface="Quattrocento Sans"/>
              </a:defRPr>
            </a:lvl1pPr>
            <a:lvl2pPr marL="0" lvl="1" indent="0" algn="r">
              <a:spcBef>
                <a:spcPts val="0"/>
              </a:spcBef>
              <a:buNone/>
              <a:defRPr sz="1200" b="0" i="1" u="none" strike="noStrike" cap="none">
                <a:solidFill>
                  <a:srgbClr val="0C0C0C"/>
                </a:solidFill>
                <a:latin typeface="Quattrocento Sans"/>
                <a:ea typeface="Quattrocento Sans"/>
                <a:cs typeface="Quattrocento Sans"/>
                <a:sym typeface="Quattrocento Sans"/>
              </a:defRPr>
            </a:lvl2pPr>
            <a:lvl3pPr marL="0" lvl="2" indent="0" algn="r">
              <a:spcBef>
                <a:spcPts val="0"/>
              </a:spcBef>
              <a:buNone/>
              <a:defRPr sz="1200" b="0" i="1" u="none" strike="noStrike" cap="none">
                <a:solidFill>
                  <a:srgbClr val="0C0C0C"/>
                </a:solidFill>
                <a:latin typeface="Quattrocento Sans"/>
                <a:ea typeface="Quattrocento Sans"/>
                <a:cs typeface="Quattrocento Sans"/>
                <a:sym typeface="Quattrocento Sans"/>
              </a:defRPr>
            </a:lvl3pPr>
            <a:lvl4pPr marL="0" lvl="3" indent="0" algn="r">
              <a:spcBef>
                <a:spcPts val="0"/>
              </a:spcBef>
              <a:buNone/>
              <a:defRPr sz="1200" b="0" i="1" u="none" strike="noStrike" cap="none">
                <a:solidFill>
                  <a:srgbClr val="0C0C0C"/>
                </a:solidFill>
                <a:latin typeface="Quattrocento Sans"/>
                <a:ea typeface="Quattrocento Sans"/>
                <a:cs typeface="Quattrocento Sans"/>
                <a:sym typeface="Quattrocento Sans"/>
              </a:defRPr>
            </a:lvl4pPr>
            <a:lvl5pPr marL="0" lvl="4" indent="0" algn="r">
              <a:spcBef>
                <a:spcPts val="0"/>
              </a:spcBef>
              <a:buNone/>
              <a:defRPr sz="1200" b="0" i="1" u="none" strike="noStrike" cap="none">
                <a:solidFill>
                  <a:srgbClr val="0C0C0C"/>
                </a:solidFill>
                <a:latin typeface="Quattrocento Sans"/>
                <a:ea typeface="Quattrocento Sans"/>
                <a:cs typeface="Quattrocento Sans"/>
                <a:sym typeface="Quattrocento Sans"/>
              </a:defRPr>
            </a:lvl5pPr>
            <a:lvl6pPr marL="0" lvl="5" indent="0" algn="r">
              <a:spcBef>
                <a:spcPts val="0"/>
              </a:spcBef>
              <a:buNone/>
              <a:defRPr sz="1200" b="0" i="1" u="none" strike="noStrike" cap="none">
                <a:solidFill>
                  <a:srgbClr val="0C0C0C"/>
                </a:solidFill>
                <a:latin typeface="Quattrocento Sans"/>
                <a:ea typeface="Quattrocento Sans"/>
                <a:cs typeface="Quattrocento Sans"/>
                <a:sym typeface="Quattrocento Sans"/>
              </a:defRPr>
            </a:lvl6pPr>
            <a:lvl7pPr marL="0" lvl="6" indent="0" algn="r">
              <a:spcBef>
                <a:spcPts val="0"/>
              </a:spcBef>
              <a:buNone/>
              <a:defRPr sz="1200" b="0" i="1" u="none" strike="noStrike" cap="none">
                <a:solidFill>
                  <a:srgbClr val="0C0C0C"/>
                </a:solidFill>
                <a:latin typeface="Quattrocento Sans"/>
                <a:ea typeface="Quattrocento Sans"/>
                <a:cs typeface="Quattrocento Sans"/>
                <a:sym typeface="Quattrocento Sans"/>
              </a:defRPr>
            </a:lvl7pPr>
            <a:lvl8pPr marL="0" lvl="7" indent="0" algn="r">
              <a:spcBef>
                <a:spcPts val="0"/>
              </a:spcBef>
              <a:buNone/>
              <a:defRPr sz="1200" b="0" i="1" u="none" strike="noStrike" cap="none">
                <a:solidFill>
                  <a:srgbClr val="0C0C0C"/>
                </a:solidFill>
                <a:latin typeface="Quattrocento Sans"/>
                <a:ea typeface="Quattrocento Sans"/>
                <a:cs typeface="Quattrocento Sans"/>
                <a:sym typeface="Quattrocento Sans"/>
              </a:defRPr>
            </a:lvl8pPr>
            <a:lvl9pPr marL="0" lvl="8" indent="0" algn="r">
              <a:spcBef>
                <a:spcPts val="0"/>
              </a:spcBef>
              <a:buNone/>
              <a:defRPr sz="1200" b="0" i="1" u="none" strike="noStrike" cap="none">
                <a:solidFill>
                  <a:srgbClr val="0C0C0C"/>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52" name="Google Shape;52;p7"/>
          <p:cNvSpPr txBox="1">
            <a:spLocks noGrp="1"/>
          </p:cNvSpPr>
          <p:nvPr>
            <p:ph type="body" idx="1"/>
          </p:nvPr>
        </p:nvSpPr>
        <p:spPr>
          <a:xfrm>
            <a:off x="172571" y="1418447"/>
            <a:ext cx="11846859" cy="5112846"/>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fade">
                                      <p:cBhvr>
                                        <p:cTn id="7" dur="500"/>
                                        <p:tgtEl>
                                          <p:spTgt spid="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xEl>
                                              <p:pRg st="1" end="1"/>
                                            </p:txEl>
                                          </p:spTgt>
                                        </p:tgtEl>
                                        <p:attrNameLst>
                                          <p:attrName>style.visibility</p:attrName>
                                        </p:attrNameLst>
                                      </p:cBhvr>
                                      <p:to>
                                        <p:strVal val="visible"/>
                                      </p:to>
                                    </p:set>
                                    <p:animEffect transition="in" filter="fade">
                                      <p:cBhvr>
                                        <p:cTn id="12" dur="500"/>
                                        <p:tgtEl>
                                          <p:spTgt spid="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
                                            <p:txEl>
                                              <p:pRg st="2" end="2"/>
                                            </p:txEl>
                                          </p:spTgt>
                                        </p:tgtEl>
                                        <p:attrNameLst>
                                          <p:attrName>style.visibility</p:attrName>
                                        </p:attrNameLst>
                                      </p:cBhvr>
                                      <p:to>
                                        <p:strVal val="visible"/>
                                      </p:to>
                                    </p:set>
                                    <p:animEffect transition="in" filter="fade">
                                      <p:cBhvr>
                                        <p:cTn id="17" dur="500"/>
                                        <p:tgtEl>
                                          <p:spTgt spid="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
                                            <p:txEl>
                                              <p:pRg st="3" end="3"/>
                                            </p:txEl>
                                          </p:spTgt>
                                        </p:tgtEl>
                                        <p:attrNameLst>
                                          <p:attrName>style.visibility</p:attrName>
                                        </p:attrNameLst>
                                      </p:cBhvr>
                                      <p:to>
                                        <p:strVal val="visible"/>
                                      </p:to>
                                    </p:set>
                                    <p:animEffect transition="in" filter="fade">
                                      <p:cBhvr>
                                        <p:cTn id="22" dur="500"/>
                                        <p:tgtEl>
                                          <p:spTgt spid="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2">
                                            <p:txEl>
                                              <p:pRg st="4" end="4"/>
                                            </p:txEl>
                                          </p:spTgt>
                                        </p:tgtEl>
                                        <p:attrNameLst>
                                          <p:attrName>style.visibility</p:attrName>
                                        </p:attrNameLst>
                                      </p:cBhvr>
                                      <p:to>
                                        <p:strVal val="visible"/>
                                      </p:to>
                                    </p:set>
                                    <p:animEffect transition="in" filter="fade">
                                      <p:cBhvr>
                                        <p:cTn id="27" dur="500"/>
                                        <p:tgtEl>
                                          <p:spTgt spid="5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
                                            <p:txEl>
                                              <p:pRg st="5" end="5"/>
                                            </p:txEl>
                                          </p:spTgt>
                                        </p:tgtEl>
                                        <p:attrNameLst>
                                          <p:attrName>style.visibility</p:attrName>
                                        </p:attrNameLst>
                                      </p:cBhvr>
                                      <p:to>
                                        <p:strVal val="visible"/>
                                      </p:to>
                                    </p:set>
                                    <p:animEffect transition="in" filter="fade">
                                      <p:cBhvr>
                                        <p:cTn id="32" dur="500"/>
                                        <p:tgtEl>
                                          <p:spTgt spid="5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2">
                                            <p:txEl>
                                              <p:pRg st="6" end="6"/>
                                            </p:txEl>
                                          </p:spTgt>
                                        </p:tgtEl>
                                        <p:attrNameLst>
                                          <p:attrName>style.visibility</p:attrName>
                                        </p:attrNameLst>
                                      </p:cBhvr>
                                      <p:to>
                                        <p:strVal val="visible"/>
                                      </p:to>
                                    </p:set>
                                    <p:animEffect transition="in" filter="fade">
                                      <p:cBhvr>
                                        <p:cTn id="37" dur="500"/>
                                        <p:tgtEl>
                                          <p:spTgt spid="5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2">
                                            <p:txEl>
                                              <p:pRg st="7" end="7"/>
                                            </p:txEl>
                                          </p:spTgt>
                                        </p:tgtEl>
                                        <p:attrNameLst>
                                          <p:attrName>style.visibility</p:attrName>
                                        </p:attrNameLst>
                                      </p:cBhvr>
                                      <p:to>
                                        <p:strVal val="visible"/>
                                      </p:to>
                                    </p:set>
                                    <p:animEffect transition="in" filter="fade">
                                      <p:cBhvr>
                                        <p:cTn id="42" dur="500"/>
                                        <p:tgtEl>
                                          <p:spTgt spid="5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2">
                                            <p:txEl>
                                              <p:pRg st="8" end="8"/>
                                            </p:txEl>
                                          </p:spTgt>
                                        </p:tgtEl>
                                        <p:attrNameLst>
                                          <p:attrName>style.visibility</p:attrName>
                                        </p:attrNameLst>
                                      </p:cBhvr>
                                      <p:to>
                                        <p:strVal val="visible"/>
                                      </p:to>
                                    </p:set>
                                    <p:animEffect transition="in" filter="fade">
                                      <p:cBhvr>
                                        <p:cTn id="47" dur="500"/>
                                        <p:tgtEl>
                                          <p:spTgt spid="5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 2 Columns">
  <p:cSld name="Title and Content - 2 Columns">
    <p:spTree>
      <p:nvGrpSpPr>
        <p:cNvPr id="1" name="Shape 53"/>
        <p:cNvGrpSpPr/>
        <p:nvPr/>
      </p:nvGrpSpPr>
      <p:grpSpPr>
        <a:xfrm>
          <a:off x="0" y="0"/>
          <a:ext cx="0" cy="0"/>
          <a:chOff x="0" y="0"/>
          <a:chExt cx="0" cy="0"/>
        </a:xfrm>
      </p:grpSpPr>
      <p:sp>
        <p:nvSpPr>
          <p:cNvPr id="54" name="Google Shape;54;p8"/>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55" name="Google Shape;55;p8"/>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1" u="none" strike="noStrike" cap="none">
                <a:solidFill>
                  <a:srgbClr val="0C0C0C"/>
                </a:solidFill>
                <a:latin typeface="Quattrocento Sans"/>
                <a:ea typeface="Quattrocento Sans"/>
                <a:cs typeface="Quattrocento Sans"/>
                <a:sym typeface="Quattrocento Sans"/>
              </a:defRPr>
            </a:lvl1pPr>
            <a:lvl2pPr marL="0" lvl="1" indent="0" algn="r">
              <a:spcBef>
                <a:spcPts val="0"/>
              </a:spcBef>
              <a:buNone/>
              <a:defRPr sz="1200" b="0" i="1" u="none" strike="noStrike" cap="none">
                <a:solidFill>
                  <a:srgbClr val="0C0C0C"/>
                </a:solidFill>
                <a:latin typeface="Quattrocento Sans"/>
                <a:ea typeface="Quattrocento Sans"/>
                <a:cs typeface="Quattrocento Sans"/>
                <a:sym typeface="Quattrocento Sans"/>
              </a:defRPr>
            </a:lvl2pPr>
            <a:lvl3pPr marL="0" lvl="2" indent="0" algn="r">
              <a:spcBef>
                <a:spcPts val="0"/>
              </a:spcBef>
              <a:buNone/>
              <a:defRPr sz="1200" b="0" i="1" u="none" strike="noStrike" cap="none">
                <a:solidFill>
                  <a:srgbClr val="0C0C0C"/>
                </a:solidFill>
                <a:latin typeface="Quattrocento Sans"/>
                <a:ea typeface="Quattrocento Sans"/>
                <a:cs typeface="Quattrocento Sans"/>
                <a:sym typeface="Quattrocento Sans"/>
              </a:defRPr>
            </a:lvl3pPr>
            <a:lvl4pPr marL="0" lvl="3" indent="0" algn="r">
              <a:spcBef>
                <a:spcPts val="0"/>
              </a:spcBef>
              <a:buNone/>
              <a:defRPr sz="1200" b="0" i="1" u="none" strike="noStrike" cap="none">
                <a:solidFill>
                  <a:srgbClr val="0C0C0C"/>
                </a:solidFill>
                <a:latin typeface="Quattrocento Sans"/>
                <a:ea typeface="Quattrocento Sans"/>
                <a:cs typeface="Quattrocento Sans"/>
                <a:sym typeface="Quattrocento Sans"/>
              </a:defRPr>
            </a:lvl4pPr>
            <a:lvl5pPr marL="0" lvl="4" indent="0" algn="r">
              <a:spcBef>
                <a:spcPts val="0"/>
              </a:spcBef>
              <a:buNone/>
              <a:defRPr sz="1200" b="0" i="1" u="none" strike="noStrike" cap="none">
                <a:solidFill>
                  <a:srgbClr val="0C0C0C"/>
                </a:solidFill>
                <a:latin typeface="Quattrocento Sans"/>
                <a:ea typeface="Quattrocento Sans"/>
                <a:cs typeface="Quattrocento Sans"/>
                <a:sym typeface="Quattrocento Sans"/>
              </a:defRPr>
            </a:lvl5pPr>
            <a:lvl6pPr marL="0" lvl="5" indent="0" algn="r">
              <a:spcBef>
                <a:spcPts val="0"/>
              </a:spcBef>
              <a:buNone/>
              <a:defRPr sz="1200" b="0" i="1" u="none" strike="noStrike" cap="none">
                <a:solidFill>
                  <a:srgbClr val="0C0C0C"/>
                </a:solidFill>
                <a:latin typeface="Quattrocento Sans"/>
                <a:ea typeface="Quattrocento Sans"/>
                <a:cs typeface="Quattrocento Sans"/>
                <a:sym typeface="Quattrocento Sans"/>
              </a:defRPr>
            </a:lvl6pPr>
            <a:lvl7pPr marL="0" lvl="6" indent="0" algn="r">
              <a:spcBef>
                <a:spcPts val="0"/>
              </a:spcBef>
              <a:buNone/>
              <a:defRPr sz="1200" b="0" i="1" u="none" strike="noStrike" cap="none">
                <a:solidFill>
                  <a:srgbClr val="0C0C0C"/>
                </a:solidFill>
                <a:latin typeface="Quattrocento Sans"/>
                <a:ea typeface="Quattrocento Sans"/>
                <a:cs typeface="Quattrocento Sans"/>
                <a:sym typeface="Quattrocento Sans"/>
              </a:defRPr>
            </a:lvl7pPr>
            <a:lvl8pPr marL="0" lvl="7" indent="0" algn="r">
              <a:spcBef>
                <a:spcPts val="0"/>
              </a:spcBef>
              <a:buNone/>
              <a:defRPr sz="1200" b="0" i="1" u="none" strike="noStrike" cap="none">
                <a:solidFill>
                  <a:srgbClr val="0C0C0C"/>
                </a:solidFill>
                <a:latin typeface="Quattrocento Sans"/>
                <a:ea typeface="Quattrocento Sans"/>
                <a:cs typeface="Quattrocento Sans"/>
                <a:sym typeface="Quattrocento Sans"/>
              </a:defRPr>
            </a:lvl8pPr>
            <a:lvl9pPr marL="0" lvl="8" indent="0" algn="r">
              <a:spcBef>
                <a:spcPts val="0"/>
              </a:spcBef>
              <a:buNone/>
              <a:defRPr sz="1200" b="0" i="1" u="none" strike="noStrike" cap="none">
                <a:solidFill>
                  <a:srgbClr val="0C0C0C"/>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59" name="Google Shape;59;p8"/>
          <p:cNvSpPr txBox="1">
            <a:spLocks noGrp="1"/>
          </p:cNvSpPr>
          <p:nvPr>
            <p:ph type="body" idx="1"/>
          </p:nvPr>
        </p:nvSpPr>
        <p:spPr>
          <a:xfrm>
            <a:off x="172571" y="1418447"/>
            <a:ext cx="11846859" cy="5112846"/>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0"/>
        <p:cNvGrpSpPr/>
        <p:nvPr/>
      </p:nvGrpSpPr>
      <p:grpSpPr>
        <a:xfrm>
          <a:off x="0" y="0"/>
          <a:ext cx="0" cy="0"/>
          <a:chOff x="0" y="0"/>
          <a:chExt cx="0" cy="0"/>
        </a:xfrm>
      </p:grpSpPr>
      <p:sp>
        <p:nvSpPr>
          <p:cNvPr id="61" name="Google Shape;61;p9"/>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62" name="Google Shape;62;p9"/>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5" name="Google Shape;65;p9"/>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255307" y="1546225"/>
            <a:ext cx="5675313" cy="493553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960"/>
              </a:spcBef>
              <a:spcAft>
                <a:spcPts val="0"/>
              </a:spcAft>
              <a:buSzPts val="3200"/>
              <a:buChar char="❖"/>
              <a:defRPr/>
            </a:lvl1pPr>
            <a:lvl2pPr marL="914400" lvl="1" indent="-406400" algn="l">
              <a:lnSpc>
                <a:spcPct val="90000"/>
              </a:lnSpc>
              <a:spcBef>
                <a:spcPts val="840"/>
              </a:spcBef>
              <a:spcAft>
                <a:spcPts val="0"/>
              </a:spcAft>
              <a:buSzPts val="2800"/>
              <a:buChar char="⮚"/>
              <a:defRPr/>
            </a:lvl2pPr>
            <a:lvl3pPr marL="1371600" lvl="2" indent="-381000" algn="l">
              <a:lnSpc>
                <a:spcPct val="90000"/>
              </a:lnSpc>
              <a:spcBef>
                <a:spcPts val="720"/>
              </a:spcBef>
              <a:spcAft>
                <a:spcPts val="0"/>
              </a:spcAft>
              <a:buSzPts val="2400"/>
              <a:buChar char="▪"/>
              <a:defRPr/>
            </a:lvl3pPr>
            <a:lvl4pPr marL="1828800" lvl="3" indent="-355600" algn="l">
              <a:lnSpc>
                <a:spcPct val="90000"/>
              </a:lnSpc>
              <a:spcBef>
                <a:spcPts val="600"/>
              </a:spcBef>
              <a:spcAft>
                <a:spcPts val="0"/>
              </a:spcAft>
              <a:buSzPts val="2000"/>
              <a:buChar char="o"/>
              <a:defRPr/>
            </a:lvl4pPr>
            <a:lvl5pPr marL="2286000" lvl="4" indent="-355600" algn="l">
              <a:lnSpc>
                <a:spcPct val="90000"/>
              </a:lnSpc>
              <a:spcBef>
                <a:spcPts val="600"/>
              </a:spcBef>
              <a:spcAft>
                <a:spcPts val="0"/>
              </a:spcAft>
              <a:buSzPts val="20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
        <p:nvSpPr>
          <p:cNvPr id="67" name="Google Shape;67;p9"/>
          <p:cNvSpPr txBox="1">
            <a:spLocks noGrp="1"/>
          </p:cNvSpPr>
          <p:nvPr>
            <p:ph type="body" idx="2"/>
          </p:nvPr>
        </p:nvSpPr>
        <p:spPr>
          <a:xfrm>
            <a:off x="6257152" y="1550708"/>
            <a:ext cx="5675313" cy="493553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960"/>
              </a:spcBef>
              <a:spcAft>
                <a:spcPts val="0"/>
              </a:spcAft>
              <a:buSzPts val="3200"/>
              <a:buChar char="❖"/>
              <a:defRPr/>
            </a:lvl1pPr>
            <a:lvl2pPr marL="914400" lvl="1" indent="-406400" algn="l">
              <a:lnSpc>
                <a:spcPct val="90000"/>
              </a:lnSpc>
              <a:spcBef>
                <a:spcPts val="840"/>
              </a:spcBef>
              <a:spcAft>
                <a:spcPts val="0"/>
              </a:spcAft>
              <a:buSzPts val="2800"/>
              <a:buChar char="⮚"/>
              <a:defRPr/>
            </a:lvl2pPr>
            <a:lvl3pPr marL="1371600" lvl="2" indent="-381000" algn="l">
              <a:lnSpc>
                <a:spcPct val="90000"/>
              </a:lnSpc>
              <a:spcBef>
                <a:spcPts val="720"/>
              </a:spcBef>
              <a:spcAft>
                <a:spcPts val="0"/>
              </a:spcAft>
              <a:buSzPts val="2400"/>
              <a:buChar char="▪"/>
              <a:defRPr/>
            </a:lvl3pPr>
            <a:lvl4pPr marL="1828800" lvl="3" indent="-355600" algn="l">
              <a:lnSpc>
                <a:spcPct val="90000"/>
              </a:lnSpc>
              <a:spcBef>
                <a:spcPts val="600"/>
              </a:spcBef>
              <a:spcAft>
                <a:spcPts val="0"/>
              </a:spcAft>
              <a:buSzPts val="2000"/>
              <a:buChar char="o"/>
              <a:defRPr/>
            </a:lvl4pPr>
            <a:lvl5pPr marL="2286000" lvl="4" indent="-355600" algn="l">
              <a:lnSpc>
                <a:spcPct val="90000"/>
              </a:lnSpc>
              <a:spcBef>
                <a:spcPts val="600"/>
              </a:spcBef>
              <a:spcAft>
                <a:spcPts val="0"/>
              </a:spcAft>
              <a:buSzPts val="20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8"/>
        <p:cNvGrpSpPr/>
        <p:nvPr/>
      </p:nvGrpSpPr>
      <p:grpSpPr>
        <a:xfrm>
          <a:off x="0" y="0"/>
          <a:ext cx="0" cy="0"/>
          <a:chOff x="0" y="0"/>
          <a:chExt cx="0" cy="0"/>
        </a:xfrm>
      </p:grpSpPr>
      <p:sp>
        <p:nvSpPr>
          <p:cNvPr id="69" name="Google Shape;69;p10"/>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70" name="Google Shape;70;p10"/>
          <p:cNvSpPr txBox="1">
            <a:spLocks noGrp="1"/>
          </p:cNvSpPr>
          <p:nvPr>
            <p:ph type="body" idx="1"/>
          </p:nvPr>
        </p:nvSpPr>
        <p:spPr>
          <a:xfrm>
            <a:off x="268942" y="1489075"/>
            <a:ext cx="5661212" cy="6413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960"/>
              </a:spcBef>
              <a:spcAft>
                <a:spcPts val="0"/>
              </a:spcAft>
              <a:buSzPts val="3200"/>
              <a:buNone/>
              <a:defRPr sz="3200" b="1"/>
            </a:lvl1pPr>
            <a:lvl2pPr marL="914400" lvl="1" indent="-228600" algn="just">
              <a:lnSpc>
                <a:spcPct val="90000"/>
              </a:lnSpc>
              <a:spcBef>
                <a:spcPts val="600"/>
              </a:spcBef>
              <a:spcAft>
                <a:spcPts val="0"/>
              </a:spcAft>
              <a:buSzPts val="2000"/>
              <a:buNone/>
              <a:defRPr sz="2000" b="1"/>
            </a:lvl2pPr>
            <a:lvl3pPr marL="1371600" lvl="2" indent="-228600" algn="just">
              <a:lnSpc>
                <a:spcPct val="90000"/>
              </a:lnSpc>
              <a:spcBef>
                <a:spcPts val="540"/>
              </a:spcBef>
              <a:spcAft>
                <a:spcPts val="0"/>
              </a:spcAft>
              <a:buSzPts val="1800"/>
              <a:buNone/>
              <a:defRPr sz="1800" b="1"/>
            </a:lvl3pPr>
            <a:lvl4pPr marL="1828800" lvl="3" indent="-228600" algn="just">
              <a:lnSpc>
                <a:spcPct val="90000"/>
              </a:lnSpc>
              <a:spcBef>
                <a:spcPts val="480"/>
              </a:spcBef>
              <a:spcAft>
                <a:spcPts val="0"/>
              </a:spcAft>
              <a:buSzPts val="1600"/>
              <a:buNone/>
              <a:defRPr sz="1600" b="1"/>
            </a:lvl4pPr>
            <a:lvl5pPr marL="2286000" lvl="4" indent="-228600" algn="just">
              <a:lnSpc>
                <a:spcPct val="90000"/>
              </a:lnSpc>
              <a:spcBef>
                <a:spcPts val="480"/>
              </a:spcBef>
              <a:spcAft>
                <a:spcPts val="0"/>
              </a:spcAft>
              <a:buSzPts val="1600"/>
              <a:buNone/>
              <a:defRPr sz="1600" b="1"/>
            </a:lvl5pPr>
            <a:lvl6pPr marL="2743200" lvl="5" indent="-228600" algn="l">
              <a:lnSpc>
                <a:spcPct val="90000"/>
              </a:lnSpc>
              <a:spcBef>
                <a:spcPts val="480"/>
              </a:spcBef>
              <a:spcAft>
                <a:spcPts val="0"/>
              </a:spcAft>
              <a:buClr>
                <a:schemeClr val="dk1"/>
              </a:buClr>
              <a:buSzPts val="1600"/>
              <a:buNone/>
              <a:defRPr sz="1600" b="1"/>
            </a:lvl6pPr>
            <a:lvl7pPr marL="3200400" lvl="6" indent="-228600" algn="l">
              <a:lnSpc>
                <a:spcPct val="90000"/>
              </a:lnSpc>
              <a:spcBef>
                <a:spcPts val="480"/>
              </a:spcBef>
              <a:spcAft>
                <a:spcPts val="0"/>
              </a:spcAft>
              <a:buClr>
                <a:schemeClr val="dk1"/>
              </a:buClr>
              <a:buSzPts val="1600"/>
              <a:buNone/>
              <a:defRPr sz="1600" b="1"/>
            </a:lvl7pPr>
            <a:lvl8pPr marL="3657600" lvl="7" indent="-228600" algn="l">
              <a:lnSpc>
                <a:spcPct val="90000"/>
              </a:lnSpc>
              <a:spcBef>
                <a:spcPts val="480"/>
              </a:spcBef>
              <a:spcAft>
                <a:spcPts val="0"/>
              </a:spcAft>
              <a:buClr>
                <a:schemeClr val="dk1"/>
              </a:buClr>
              <a:buSzPts val="1600"/>
              <a:buNone/>
              <a:defRPr sz="1600" b="1"/>
            </a:lvl8pPr>
            <a:lvl9pPr marL="4114800" lvl="8" indent="-228600" algn="l">
              <a:lnSpc>
                <a:spcPct val="90000"/>
              </a:lnSpc>
              <a:spcBef>
                <a:spcPts val="480"/>
              </a:spcBef>
              <a:spcAft>
                <a:spcPts val="0"/>
              </a:spcAft>
              <a:buClr>
                <a:schemeClr val="dk1"/>
              </a:buClr>
              <a:buSzPts val="1600"/>
              <a:buNone/>
              <a:defRPr sz="1600" b="1"/>
            </a:lvl9pPr>
          </a:lstStyle>
          <a:p>
            <a:endParaRPr/>
          </a:p>
        </p:txBody>
      </p:sp>
      <p:sp>
        <p:nvSpPr>
          <p:cNvPr id="71" name="Google Shape;71;p10"/>
          <p:cNvSpPr txBox="1">
            <a:spLocks noGrp="1"/>
          </p:cNvSpPr>
          <p:nvPr>
            <p:ph type="body" idx="2"/>
          </p:nvPr>
        </p:nvSpPr>
        <p:spPr>
          <a:xfrm>
            <a:off x="6243452" y="1489075"/>
            <a:ext cx="5670642" cy="6413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960"/>
              </a:spcBef>
              <a:spcAft>
                <a:spcPts val="0"/>
              </a:spcAft>
              <a:buSzPts val="3200"/>
              <a:buNone/>
              <a:defRPr sz="3200" b="1"/>
            </a:lvl1pPr>
            <a:lvl2pPr marL="914400" lvl="1" indent="-228600" algn="just">
              <a:lnSpc>
                <a:spcPct val="90000"/>
              </a:lnSpc>
              <a:spcBef>
                <a:spcPts val="600"/>
              </a:spcBef>
              <a:spcAft>
                <a:spcPts val="0"/>
              </a:spcAft>
              <a:buSzPts val="2000"/>
              <a:buNone/>
              <a:defRPr sz="2000" b="1"/>
            </a:lvl2pPr>
            <a:lvl3pPr marL="1371600" lvl="2" indent="-228600" algn="just">
              <a:lnSpc>
                <a:spcPct val="90000"/>
              </a:lnSpc>
              <a:spcBef>
                <a:spcPts val="540"/>
              </a:spcBef>
              <a:spcAft>
                <a:spcPts val="0"/>
              </a:spcAft>
              <a:buSzPts val="1800"/>
              <a:buNone/>
              <a:defRPr sz="1800" b="1"/>
            </a:lvl3pPr>
            <a:lvl4pPr marL="1828800" lvl="3" indent="-228600" algn="just">
              <a:lnSpc>
                <a:spcPct val="90000"/>
              </a:lnSpc>
              <a:spcBef>
                <a:spcPts val="480"/>
              </a:spcBef>
              <a:spcAft>
                <a:spcPts val="0"/>
              </a:spcAft>
              <a:buSzPts val="1600"/>
              <a:buNone/>
              <a:defRPr sz="1600" b="1"/>
            </a:lvl4pPr>
            <a:lvl5pPr marL="2286000" lvl="4" indent="-228600" algn="just">
              <a:lnSpc>
                <a:spcPct val="90000"/>
              </a:lnSpc>
              <a:spcBef>
                <a:spcPts val="480"/>
              </a:spcBef>
              <a:spcAft>
                <a:spcPts val="0"/>
              </a:spcAft>
              <a:buSzPts val="1600"/>
              <a:buNone/>
              <a:defRPr sz="1600" b="1"/>
            </a:lvl5pPr>
            <a:lvl6pPr marL="2743200" lvl="5" indent="-228600" algn="l">
              <a:lnSpc>
                <a:spcPct val="90000"/>
              </a:lnSpc>
              <a:spcBef>
                <a:spcPts val="480"/>
              </a:spcBef>
              <a:spcAft>
                <a:spcPts val="0"/>
              </a:spcAft>
              <a:buClr>
                <a:schemeClr val="dk1"/>
              </a:buClr>
              <a:buSzPts val="1600"/>
              <a:buNone/>
              <a:defRPr sz="1600" b="1"/>
            </a:lvl6pPr>
            <a:lvl7pPr marL="3200400" lvl="6" indent="-228600" algn="l">
              <a:lnSpc>
                <a:spcPct val="90000"/>
              </a:lnSpc>
              <a:spcBef>
                <a:spcPts val="480"/>
              </a:spcBef>
              <a:spcAft>
                <a:spcPts val="0"/>
              </a:spcAft>
              <a:buClr>
                <a:schemeClr val="dk1"/>
              </a:buClr>
              <a:buSzPts val="1600"/>
              <a:buNone/>
              <a:defRPr sz="1600" b="1"/>
            </a:lvl7pPr>
            <a:lvl8pPr marL="3657600" lvl="7" indent="-228600" algn="l">
              <a:lnSpc>
                <a:spcPct val="90000"/>
              </a:lnSpc>
              <a:spcBef>
                <a:spcPts val="480"/>
              </a:spcBef>
              <a:spcAft>
                <a:spcPts val="0"/>
              </a:spcAft>
              <a:buClr>
                <a:schemeClr val="dk1"/>
              </a:buClr>
              <a:buSzPts val="1600"/>
              <a:buNone/>
              <a:defRPr sz="1600" b="1"/>
            </a:lvl8pPr>
            <a:lvl9pPr marL="4114800" lvl="8" indent="-228600" algn="l">
              <a:lnSpc>
                <a:spcPct val="90000"/>
              </a:lnSpc>
              <a:spcBef>
                <a:spcPts val="480"/>
              </a:spcBef>
              <a:spcAft>
                <a:spcPts val="0"/>
              </a:spcAft>
              <a:buClr>
                <a:schemeClr val="dk1"/>
              </a:buClr>
              <a:buSzPts val="1600"/>
              <a:buNone/>
              <a:defRPr sz="1600" b="1"/>
            </a:lvl9pPr>
          </a:lstStyle>
          <a:p>
            <a:endParaRPr/>
          </a:p>
        </p:txBody>
      </p:sp>
      <p:sp>
        <p:nvSpPr>
          <p:cNvPr id="72" name="Google Shape;72;p10"/>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75" name="Google Shape;75;p10"/>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
          <p:cNvSpPr txBox="1">
            <a:spLocks noGrp="1"/>
          </p:cNvSpPr>
          <p:nvPr>
            <p:ph type="body" idx="3"/>
          </p:nvPr>
        </p:nvSpPr>
        <p:spPr>
          <a:xfrm>
            <a:off x="255307" y="2218765"/>
            <a:ext cx="5675313" cy="426299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960"/>
              </a:spcBef>
              <a:spcAft>
                <a:spcPts val="0"/>
              </a:spcAft>
              <a:buSzPts val="3200"/>
              <a:buChar char="❖"/>
              <a:defRPr/>
            </a:lvl1pPr>
            <a:lvl2pPr marL="914400" lvl="1" indent="-406400" algn="l">
              <a:lnSpc>
                <a:spcPct val="90000"/>
              </a:lnSpc>
              <a:spcBef>
                <a:spcPts val="840"/>
              </a:spcBef>
              <a:spcAft>
                <a:spcPts val="0"/>
              </a:spcAft>
              <a:buSzPts val="2800"/>
              <a:buChar char="⮚"/>
              <a:defRPr/>
            </a:lvl2pPr>
            <a:lvl3pPr marL="1371600" lvl="2" indent="-381000" algn="l">
              <a:lnSpc>
                <a:spcPct val="90000"/>
              </a:lnSpc>
              <a:spcBef>
                <a:spcPts val="720"/>
              </a:spcBef>
              <a:spcAft>
                <a:spcPts val="0"/>
              </a:spcAft>
              <a:buSzPts val="2400"/>
              <a:buChar char="▪"/>
              <a:defRPr/>
            </a:lvl3pPr>
            <a:lvl4pPr marL="1828800" lvl="3" indent="-355600" algn="l">
              <a:lnSpc>
                <a:spcPct val="90000"/>
              </a:lnSpc>
              <a:spcBef>
                <a:spcPts val="600"/>
              </a:spcBef>
              <a:spcAft>
                <a:spcPts val="0"/>
              </a:spcAft>
              <a:buSzPts val="2000"/>
              <a:buChar char="o"/>
              <a:defRPr/>
            </a:lvl4pPr>
            <a:lvl5pPr marL="2286000" lvl="4" indent="-355600" algn="l">
              <a:lnSpc>
                <a:spcPct val="90000"/>
              </a:lnSpc>
              <a:spcBef>
                <a:spcPts val="600"/>
              </a:spcBef>
              <a:spcAft>
                <a:spcPts val="0"/>
              </a:spcAft>
              <a:buSzPts val="20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
        <p:nvSpPr>
          <p:cNvPr id="77" name="Google Shape;77;p10"/>
          <p:cNvSpPr txBox="1">
            <a:spLocks noGrp="1"/>
          </p:cNvSpPr>
          <p:nvPr>
            <p:ph type="body" idx="4"/>
          </p:nvPr>
        </p:nvSpPr>
        <p:spPr>
          <a:xfrm>
            <a:off x="6257152" y="2223248"/>
            <a:ext cx="5675313" cy="426299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960"/>
              </a:spcBef>
              <a:spcAft>
                <a:spcPts val="0"/>
              </a:spcAft>
              <a:buSzPts val="3200"/>
              <a:buChar char="❖"/>
              <a:defRPr/>
            </a:lvl1pPr>
            <a:lvl2pPr marL="914400" lvl="1" indent="-406400" algn="l">
              <a:lnSpc>
                <a:spcPct val="90000"/>
              </a:lnSpc>
              <a:spcBef>
                <a:spcPts val="840"/>
              </a:spcBef>
              <a:spcAft>
                <a:spcPts val="0"/>
              </a:spcAft>
              <a:buSzPts val="2800"/>
              <a:buChar char="⮚"/>
              <a:defRPr/>
            </a:lvl2pPr>
            <a:lvl3pPr marL="1371600" lvl="2" indent="-381000" algn="l">
              <a:lnSpc>
                <a:spcPct val="90000"/>
              </a:lnSpc>
              <a:spcBef>
                <a:spcPts val="720"/>
              </a:spcBef>
              <a:spcAft>
                <a:spcPts val="0"/>
              </a:spcAft>
              <a:buSzPts val="2400"/>
              <a:buChar char="▪"/>
              <a:defRPr/>
            </a:lvl3pPr>
            <a:lvl4pPr marL="1828800" lvl="3" indent="-355600" algn="l">
              <a:lnSpc>
                <a:spcPct val="90000"/>
              </a:lnSpc>
              <a:spcBef>
                <a:spcPts val="600"/>
              </a:spcBef>
              <a:spcAft>
                <a:spcPts val="0"/>
              </a:spcAft>
              <a:buSzPts val="2000"/>
              <a:buChar char="o"/>
              <a:defRPr/>
            </a:lvl4pPr>
            <a:lvl5pPr marL="2286000" lvl="4" indent="-355600" algn="l">
              <a:lnSpc>
                <a:spcPct val="90000"/>
              </a:lnSpc>
              <a:spcBef>
                <a:spcPts val="600"/>
              </a:spcBef>
              <a:spcAft>
                <a:spcPts val="0"/>
              </a:spcAft>
              <a:buSzPts val="20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8"/>
        <p:cNvGrpSpPr/>
        <p:nvPr/>
      </p:nvGrpSpPr>
      <p:grpSpPr>
        <a:xfrm>
          <a:off x="0" y="0"/>
          <a:ext cx="0" cy="0"/>
          <a:chOff x="0" y="0"/>
          <a:chExt cx="0" cy="0"/>
        </a:xfrm>
      </p:grpSpPr>
      <p:sp>
        <p:nvSpPr>
          <p:cNvPr id="79" name="Google Shape;79;p11"/>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80" name="Google Shape;80;p11"/>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83" name="Google Shape;83;p11"/>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04559"/>
              </a:buClr>
              <a:buSzPts val="3200"/>
              <a:buFont typeface="Calibri"/>
              <a:buNone/>
              <a:defRPr sz="3200" b="1">
                <a:solidFill>
                  <a:srgbClr val="2045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2"/>
          <p:cNvSpPr txBox="1">
            <a:spLocks noGrp="1"/>
          </p:cNvSpPr>
          <p:nvPr>
            <p:ph type="body" idx="1"/>
          </p:nvPr>
        </p:nvSpPr>
        <p:spPr>
          <a:xfrm>
            <a:off x="839788" y="2101850"/>
            <a:ext cx="3932237" cy="37592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720"/>
              </a:spcBef>
              <a:spcAft>
                <a:spcPts val="0"/>
              </a:spcAft>
              <a:buSzPts val="2400"/>
              <a:buNone/>
              <a:defRPr sz="2400"/>
            </a:lvl1pPr>
            <a:lvl2pPr marL="914400" lvl="1" indent="-228600" algn="just">
              <a:lnSpc>
                <a:spcPct val="90000"/>
              </a:lnSpc>
              <a:spcBef>
                <a:spcPts val="420"/>
              </a:spcBef>
              <a:spcAft>
                <a:spcPts val="0"/>
              </a:spcAft>
              <a:buSzPts val="1400"/>
              <a:buNone/>
              <a:defRPr sz="1400"/>
            </a:lvl2pPr>
            <a:lvl3pPr marL="1371600" lvl="2" indent="-228600" algn="just">
              <a:lnSpc>
                <a:spcPct val="90000"/>
              </a:lnSpc>
              <a:spcBef>
                <a:spcPts val="360"/>
              </a:spcBef>
              <a:spcAft>
                <a:spcPts val="0"/>
              </a:spcAft>
              <a:buSzPts val="1200"/>
              <a:buNone/>
              <a:defRPr sz="1200"/>
            </a:lvl3pPr>
            <a:lvl4pPr marL="1828800" lvl="3" indent="-228600" algn="just">
              <a:lnSpc>
                <a:spcPct val="90000"/>
              </a:lnSpc>
              <a:spcBef>
                <a:spcPts val="300"/>
              </a:spcBef>
              <a:spcAft>
                <a:spcPts val="0"/>
              </a:spcAft>
              <a:buSzPts val="1000"/>
              <a:buNone/>
              <a:defRPr sz="1000"/>
            </a:lvl4pPr>
            <a:lvl5pPr marL="2286000" lvl="4" indent="-228600" algn="just">
              <a:lnSpc>
                <a:spcPct val="90000"/>
              </a:lnSpc>
              <a:spcBef>
                <a:spcPts val="300"/>
              </a:spcBef>
              <a:spcAft>
                <a:spcPts val="0"/>
              </a:spcAft>
              <a:buSzPts val="1000"/>
              <a:buNone/>
              <a:defRPr sz="1000"/>
            </a:lvl5pPr>
            <a:lvl6pPr marL="2743200" lvl="5" indent="-228600" algn="l">
              <a:lnSpc>
                <a:spcPct val="90000"/>
              </a:lnSpc>
              <a:spcBef>
                <a:spcPts val="300"/>
              </a:spcBef>
              <a:spcAft>
                <a:spcPts val="0"/>
              </a:spcAft>
              <a:buClr>
                <a:schemeClr val="dk1"/>
              </a:buClr>
              <a:buSzPts val="1000"/>
              <a:buNone/>
              <a:defRPr sz="1000"/>
            </a:lvl6pPr>
            <a:lvl7pPr marL="3200400" lvl="6" indent="-228600" algn="l">
              <a:lnSpc>
                <a:spcPct val="90000"/>
              </a:lnSpc>
              <a:spcBef>
                <a:spcPts val="300"/>
              </a:spcBef>
              <a:spcAft>
                <a:spcPts val="0"/>
              </a:spcAft>
              <a:buClr>
                <a:schemeClr val="dk1"/>
              </a:buClr>
              <a:buSzPts val="1000"/>
              <a:buNone/>
              <a:defRPr sz="1000"/>
            </a:lvl7pPr>
            <a:lvl8pPr marL="3657600" lvl="7" indent="-228600" algn="l">
              <a:lnSpc>
                <a:spcPct val="90000"/>
              </a:lnSpc>
              <a:spcBef>
                <a:spcPts val="300"/>
              </a:spcBef>
              <a:spcAft>
                <a:spcPts val="0"/>
              </a:spcAft>
              <a:buClr>
                <a:schemeClr val="dk1"/>
              </a:buClr>
              <a:buSzPts val="1000"/>
              <a:buNone/>
              <a:defRPr sz="1000"/>
            </a:lvl8pPr>
            <a:lvl9pPr marL="4114800" lvl="8" indent="-228600" algn="l">
              <a:lnSpc>
                <a:spcPct val="90000"/>
              </a:lnSpc>
              <a:spcBef>
                <a:spcPts val="300"/>
              </a:spcBef>
              <a:spcAft>
                <a:spcPts val="0"/>
              </a:spcAft>
              <a:buClr>
                <a:schemeClr val="dk1"/>
              </a:buClr>
              <a:buSzPts val="1000"/>
              <a:buNone/>
              <a:defRPr sz="1000"/>
            </a:lvl9pPr>
          </a:lstStyle>
          <a:p>
            <a:endParaRPr/>
          </a:p>
        </p:txBody>
      </p:sp>
      <p:sp>
        <p:nvSpPr>
          <p:cNvPr id="87" name="Google Shape;87;p12"/>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90" name="Google Shape;90;p12"/>
          <p:cNvSpPr txBox="1">
            <a:spLocks noGrp="1"/>
          </p:cNvSpPr>
          <p:nvPr>
            <p:ph type="body" idx="2"/>
          </p:nvPr>
        </p:nvSpPr>
        <p:spPr>
          <a:xfrm>
            <a:off x="5378824" y="987298"/>
            <a:ext cx="6172200" cy="4873752"/>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04559"/>
              </a:buClr>
              <a:buSzPts val="3200"/>
              <a:buFont typeface="Calibri"/>
              <a:buNone/>
              <a:defRPr sz="3200" b="1">
                <a:solidFill>
                  <a:srgbClr val="2045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3"/>
          <p:cNvSpPr>
            <a:spLocks noGrp="1"/>
          </p:cNvSpPr>
          <p:nvPr>
            <p:ph type="pic" idx="2"/>
          </p:nvPr>
        </p:nvSpPr>
        <p:spPr>
          <a:xfrm>
            <a:off x="5384893" y="987427"/>
            <a:ext cx="6172200" cy="4873625"/>
          </a:xfrm>
          <a:prstGeom prst="rect">
            <a:avLst/>
          </a:prstGeom>
          <a:noFill/>
          <a:ln>
            <a:noFill/>
          </a:ln>
        </p:spPr>
      </p:sp>
      <p:sp>
        <p:nvSpPr>
          <p:cNvPr id="94" name="Google Shape;94;p13"/>
          <p:cNvSpPr txBox="1">
            <a:spLocks noGrp="1"/>
          </p:cNvSpPr>
          <p:nvPr>
            <p:ph type="body" idx="1"/>
          </p:nvPr>
        </p:nvSpPr>
        <p:spPr>
          <a:xfrm>
            <a:off x="839788" y="2101850"/>
            <a:ext cx="3932237" cy="37592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720"/>
              </a:spcBef>
              <a:spcAft>
                <a:spcPts val="0"/>
              </a:spcAft>
              <a:buSzPts val="2400"/>
              <a:buNone/>
              <a:defRPr sz="2400"/>
            </a:lvl1pPr>
            <a:lvl2pPr marL="914400" lvl="1" indent="-228600" algn="just">
              <a:lnSpc>
                <a:spcPct val="90000"/>
              </a:lnSpc>
              <a:spcBef>
                <a:spcPts val="420"/>
              </a:spcBef>
              <a:spcAft>
                <a:spcPts val="0"/>
              </a:spcAft>
              <a:buSzPts val="1400"/>
              <a:buNone/>
              <a:defRPr sz="1400"/>
            </a:lvl2pPr>
            <a:lvl3pPr marL="1371600" lvl="2" indent="-228600" algn="just">
              <a:lnSpc>
                <a:spcPct val="90000"/>
              </a:lnSpc>
              <a:spcBef>
                <a:spcPts val="360"/>
              </a:spcBef>
              <a:spcAft>
                <a:spcPts val="0"/>
              </a:spcAft>
              <a:buSzPts val="1200"/>
              <a:buNone/>
              <a:defRPr sz="1200"/>
            </a:lvl3pPr>
            <a:lvl4pPr marL="1828800" lvl="3" indent="-228600" algn="just">
              <a:lnSpc>
                <a:spcPct val="90000"/>
              </a:lnSpc>
              <a:spcBef>
                <a:spcPts val="300"/>
              </a:spcBef>
              <a:spcAft>
                <a:spcPts val="0"/>
              </a:spcAft>
              <a:buSzPts val="1000"/>
              <a:buNone/>
              <a:defRPr sz="1000"/>
            </a:lvl4pPr>
            <a:lvl5pPr marL="2286000" lvl="4" indent="-228600" algn="just">
              <a:lnSpc>
                <a:spcPct val="90000"/>
              </a:lnSpc>
              <a:spcBef>
                <a:spcPts val="300"/>
              </a:spcBef>
              <a:spcAft>
                <a:spcPts val="0"/>
              </a:spcAft>
              <a:buSzPts val="1000"/>
              <a:buNone/>
              <a:defRPr sz="1000"/>
            </a:lvl5pPr>
            <a:lvl6pPr marL="2743200" lvl="5" indent="-228600" algn="l">
              <a:lnSpc>
                <a:spcPct val="90000"/>
              </a:lnSpc>
              <a:spcBef>
                <a:spcPts val="300"/>
              </a:spcBef>
              <a:spcAft>
                <a:spcPts val="0"/>
              </a:spcAft>
              <a:buClr>
                <a:schemeClr val="dk1"/>
              </a:buClr>
              <a:buSzPts val="1000"/>
              <a:buNone/>
              <a:defRPr sz="1000"/>
            </a:lvl6pPr>
            <a:lvl7pPr marL="3200400" lvl="6" indent="-228600" algn="l">
              <a:lnSpc>
                <a:spcPct val="90000"/>
              </a:lnSpc>
              <a:spcBef>
                <a:spcPts val="300"/>
              </a:spcBef>
              <a:spcAft>
                <a:spcPts val="0"/>
              </a:spcAft>
              <a:buClr>
                <a:schemeClr val="dk1"/>
              </a:buClr>
              <a:buSzPts val="1000"/>
              <a:buNone/>
              <a:defRPr sz="1000"/>
            </a:lvl7pPr>
            <a:lvl8pPr marL="3657600" lvl="7" indent="-228600" algn="l">
              <a:lnSpc>
                <a:spcPct val="90000"/>
              </a:lnSpc>
              <a:spcBef>
                <a:spcPts val="300"/>
              </a:spcBef>
              <a:spcAft>
                <a:spcPts val="0"/>
              </a:spcAft>
              <a:buClr>
                <a:schemeClr val="dk1"/>
              </a:buClr>
              <a:buSzPts val="1000"/>
              <a:buNone/>
              <a:defRPr sz="1000"/>
            </a:lvl8pPr>
            <a:lvl9pPr marL="4114800" lvl="8" indent="-228600" algn="l">
              <a:lnSpc>
                <a:spcPct val="90000"/>
              </a:lnSpc>
              <a:spcBef>
                <a:spcPts val="300"/>
              </a:spcBef>
              <a:spcAft>
                <a:spcPts val="0"/>
              </a:spcAft>
              <a:buClr>
                <a:schemeClr val="dk1"/>
              </a:buClr>
              <a:buSzPts val="1000"/>
              <a:buNone/>
              <a:defRPr sz="1000"/>
            </a:lvl9pPr>
          </a:lstStyle>
          <a:p>
            <a:endParaRPr/>
          </a:p>
        </p:txBody>
      </p:sp>
      <p:sp>
        <p:nvSpPr>
          <p:cNvPr id="95" name="Google Shape;95;p13"/>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98"/>
        <p:cNvGrpSpPr/>
        <p:nvPr/>
      </p:nvGrpSpPr>
      <p:grpSpPr>
        <a:xfrm>
          <a:off x="0" y="0"/>
          <a:ext cx="0" cy="0"/>
          <a:chOff x="0" y="0"/>
          <a:chExt cx="0" cy="0"/>
        </a:xfrm>
      </p:grpSpPr>
      <p:sp>
        <p:nvSpPr>
          <p:cNvPr id="99" name="Google Shape;99;p14"/>
          <p:cNvSpPr/>
          <p:nvPr/>
        </p:nvSpPr>
        <p:spPr>
          <a:xfrm>
            <a:off x="0" y="0"/>
            <a:ext cx="12192000" cy="1332854"/>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00" name="Google Shape;100;p14"/>
          <p:cNvSpPr txBox="1">
            <a:spLocks noGrp="1"/>
          </p:cNvSpPr>
          <p:nvPr>
            <p:ph type="body" idx="1"/>
          </p:nvPr>
        </p:nvSpPr>
        <p:spPr>
          <a:xfrm rot="5400000">
            <a:off x="3639323" y="-1885713"/>
            <a:ext cx="4904767" cy="11822806"/>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
        <p:nvSpPr>
          <p:cNvPr id="101" name="Google Shape;101;p14"/>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4"/>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04" name="Google Shape;104;p14"/>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5"/>
        <p:cNvGrpSpPr/>
        <p:nvPr/>
      </p:nvGrpSpPr>
      <p:grpSpPr>
        <a:xfrm>
          <a:off x="0" y="0"/>
          <a:ext cx="0" cy="0"/>
          <a:chOff x="0" y="0"/>
          <a:chExt cx="0" cy="0"/>
        </a:xfrm>
      </p:grpSpPr>
      <p:sp>
        <p:nvSpPr>
          <p:cNvPr id="106" name="Google Shape;106;p15"/>
          <p:cNvSpPr/>
          <p:nvPr/>
        </p:nvSpPr>
        <p:spPr>
          <a:xfrm>
            <a:off x="10095346" y="0"/>
            <a:ext cx="2096655" cy="6858000"/>
          </a:xfrm>
          <a:prstGeom prst="rect">
            <a:avLst/>
          </a:prstGeom>
          <a:solidFill>
            <a:srgbClr val="418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07" name="Google Shape;107;p15"/>
          <p:cNvSpPr txBox="1">
            <a:spLocks noGrp="1"/>
          </p:cNvSpPr>
          <p:nvPr>
            <p:ph type="title"/>
          </p:nvPr>
        </p:nvSpPr>
        <p:spPr>
          <a:xfrm rot="5400000">
            <a:off x="8219282" y="2361262"/>
            <a:ext cx="5811838" cy="18195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600"/>
              <a:buFont typeface="Calibri"/>
              <a:buNone/>
              <a:defRPr sz="36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5"/>
          <p:cNvSpPr txBox="1">
            <a:spLocks noGrp="1"/>
          </p:cNvSpPr>
          <p:nvPr>
            <p:ph type="body" idx="1"/>
          </p:nvPr>
        </p:nvSpPr>
        <p:spPr>
          <a:xfrm rot="5400000">
            <a:off x="2387740" y="-1184414"/>
            <a:ext cx="5811838" cy="8910917"/>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540"/>
              </a:spcBef>
              <a:spcAft>
                <a:spcPts val="0"/>
              </a:spcAft>
              <a:buSzPts val="1800"/>
              <a:buChar char="❖"/>
              <a:defRPr/>
            </a:lvl1pPr>
            <a:lvl2pPr marL="914400" lvl="1" indent="-342900" algn="just">
              <a:lnSpc>
                <a:spcPct val="90000"/>
              </a:lnSpc>
              <a:spcBef>
                <a:spcPts val="540"/>
              </a:spcBef>
              <a:spcAft>
                <a:spcPts val="0"/>
              </a:spcAft>
              <a:buSzPts val="1800"/>
              <a:buChar char="⮚"/>
              <a:defRPr/>
            </a:lvl2pPr>
            <a:lvl3pPr marL="1371600" lvl="2" indent="-342900" algn="just">
              <a:lnSpc>
                <a:spcPct val="90000"/>
              </a:lnSpc>
              <a:spcBef>
                <a:spcPts val="540"/>
              </a:spcBef>
              <a:spcAft>
                <a:spcPts val="0"/>
              </a:spcAft>
              <a:buSzPts val="1800"/>
              <a:buChar char="▪"/>
              <a:defRPr/>
            </a:lvl3pPr>
            <a:lvl4pPr marL="1828800" lvl="3" indent="-342900" algn="just">
              <a:lnSpc>
                <a:spcPct val="90000"/>
              </a:lnSpc>
              <a:spcBef>
                <a:spcPts val="540"/>
              </a:spcBef>
              <a:spcAft>
                <a:spcPts val="0"/>
              </a:spcAft>
              <a:buSzPts val="1800"/>
              <a:buChar char="o"/>
              <a:defRPr/>
            </a:lvl4pPr>
            <a:lvl5pPr marL="2286000" lvl="4" indent="-342900" algn="just">
              <a:lnSpc>
                <a:spcPct val="90000"/>
              </a:lnSpc>
              <a:spcBef>
                <a:spcPts val="540"/>
              </a:spcBef>
              <a:spcAft>
                <a:spcPts val="0"/>
              </a:spcAft>
              <a:buSzPts val="1800"/>
              <a:buChar char="•"/>
              <a:defRPr/>
            </a:lvl5pPr>
            <a:lvl6pPr marL="2743200" lvl="5" indent="-342900" algn="l">
              <a:lnSpc>
                <a:spcPct val="90000"/>
              </a:lnSpc>
              <a:spcBef>
                <a:spcPts val="540"/>
              </a:spcBef>
              <a:spcAft>
                <a:spcPts val="0"/>
              </a:spcAft>
              <a:buClr>
                <a:schemeClr val="dk1"/>
              </a:buClr>
              <a:buSzPts val="1800"/>
              <a:buChar char="•"/>
              <a:defRPr/>
            </a:lvl6pPr>
            <a:lvl7pPr marL="3200400" lvl="6" indent="-342900" algn="l">
              <a:lnSpc>
                <a:spcPct val="90000"/>
              </a:lnSpc>
              <a:spcBef>
                <a:spcPts val="540"/>
              </a:spcBef>
              <a:spcAft>
                <a:spcPts val="0"/>
              </a:spcAft>
              <a:buClr>
                <a:schemeClr val="dk1"/>
              </a:buClr>
              <a:buSzPts val="1800"/>
              <a:buChar char="•"/>
              <a:defRPr/>
            </a:lvl7pPr>
            <a:lvl8pPr marL="3657600" lvl="7" indent="-342900" algn="l">
              <a:lnSpc>
                <a:spcPct val="90000"/>
              </a:lnSpc>
              <a:spcBef>
                <a:spcPts val="540"/>
              </a:spcBef>
              <a:spcAft>
                <a:spcPts val="0"/>
              </a:spcAft>
              <a:buClr>
                <a:schemeClr val="dk1"/>
              </a:buClr>
              <a:buSzPts val="1800"/>
              <a:buChar char="•"/>
              <a:defRPr/>
            </a:lvl8pPr>
            <a:lvl9pPr marL="4114800" lvl="8" indent="-342900" algn="l">
              <a:lnSpc>
                <a:spcPct val="90000"/>
              </a:lnSpc>
              <a:spcBef>
                <a:spcPts val="540"/>
              </a:spcBef>
              <a:spcAft>
                <a:spcPts val="0"/>
              </a:spcAft>
              <a:buClr>
                <a:schemeClr val="dk1"/>
              </a:buClr>
              <a:buSzPts val="1800"/>
              <a:buChar char="•"/>
              <a:defRPr/>
            </a:lvl9pPr>
          </a:lstStyle>
          <a:p>
            <a:endParaRPr/>
          </a:p>
        </p:txBody>
      </p:sp>
      <p:sp>
        <p:nvSpPr>
          <p:cNvPr id="109" name="Google Shape;109;p15"/>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5"/>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5"/>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54545" y="154547"/>
            <a:ext cx="11835685" cy="153614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rgbClr val="306786"/>
              </a:buClr>
              <a:buSzPts val="4400"/>
              <a:buFont typeface="Calibri"/>
              <a:buNone/>
              <a:defRPr sz="4400" b="1" i="0" u="none" strike="noStrike" cap="none">
                <a:solidFill>
                  <a:srgbClr val="30678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80304" y="1825625"/>
            <a:ext cx="11822806" cy="4652448"/>
          </a:xfrm>
          <a:prstGeom prst="rect">
            <a:avLst/>
          </a:prstGeom>
          <a:noFill/>
          <a:ln>
            <a:noFill/>
          </a:ln>
        </p:spPr>
        <p:txBody>
          <a:bodyPr spcFirstLastPara="1" wrap="square" lIns="91425" tIns="45700" rIns="91425" bIns="45700" anchor="t" anchorCtr="0">
            <a:normAutofit/>
          </a:bodyPr>
          <a:lstStyle>
            <a:lvl1pPr marL="457200" marR="0" lvl="0" indent="-431800" algn="just" rtl="0">
              <a:lnSpc>
                <a:spcPct val="90000"/>
              </a:lnSpc>
              <a:spcBef>
                <a:spcPts val="960"/>
              </a:spcBef>
              <a:spcAft>
                <a:spcPts val="0"/>
              </a:spcAft>
              <a:buClr>
                <a:srgbClr val="0070C0"/>
              </a:buClr>
              <a:buSzPts val="3200"/>
              <a:buFont typeface="Noto Sans Symbols"/>
              <a:buChar char="❖"/>
              <a:defRPr sz="3200" b="0" i="0" u="none" strike="noStrike" cap="none">
                <a:solidFill>
                  <a:schemeClr val="dk1"/>
                </a:solidFill>
                <a:latin typeface="Calibri"/>
                <a:ea typeface="Calibri"/>
                <a:cs typeface="Calibri"/>
                <a:sym typeface="Calibri"/>
              </a:defRPr>
            </a:lvl1pPr>
            <a:lvl2pPr marL="914400" marR="0" lvl="1" indent="-406400" algn="just" rtl="0">
              <a:lnSpc>
                <a:spcPct val="90000"/>
              </a:lnSpc>
              <a:spcBef>
                <a:spcPts val="840"/>
              </a:spcBef>
              <a:spcAft>
                <a:spcPts val="0"/>
              </a:spcAft>
              <a:buClr>
                <a:srgbClr val="0070C0"/>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just" rtl="0">
              <a:lnSpc>
                <a:spcPct val="90000"/>
              </a:lnSpc>
              <a:spcBef>
                <a:spcPts val="720"/>
              </a:spcBef>
              <a:spcAft>
                <a:spcPts val="0"/>
              </a:spcAft>
              <a:buClr>
                <a:srgbClr val="0070C0"/>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just" rtl="0">
              <a:lnSpc>
                <a:spcPct val="90000"/>
              </a:lnSpc>
              <a:spcBef>
                <a:spcPts val="600"/>
              </a:spcBef>
              <a:spcAft>
                <a:spcPts val="0"/>
              </a:spcAft>
              <a:buClr>
                <a:srgbClr val="0070C0"/>
              </a:buClr>
              <a:buSzPts val="2000"/>
              <a:buFont typeface="Courier New"/>
              <a:buChar char="o"/>
              <a:defRPr sz="2000" b="0" i="0" u="none" strike="noStrike" cap="none">
                <a:solidFill>
                  <a:schemeClr val="dk1"/>
                </a:solidFill>
                <a:latin typeface="Calibri"/>
                <a:ea typeface="Calibri"/>
                <a:cs typeface="Calibri"/>
                <a:sym typeface="Calibri"/>
              </a:defRPr>
            </a:lvl4pPr>
            <a:lvl5pPr marL="2286000" marR="0" lvl="4" indent="-355600" algn="just" rtl="0">
              <a:lnSpc>
                <a:spcPct val="90000"/>
              </a:lnSpc>
              <a:spcBef>
                <a:spcPts val="600"/>
              </a:spcBef>
              <a:spcAft>
                <a:spcPts val="0"/>
              </a:spcAft>
              <a:buClr>
                <a:srgbClr val="0070C0"/>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4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4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4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4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
          <p:cNvSpPr txBox="1">
            <a:spLocks noGrp="1"/>
          </p:cNvSpPr>
          <p:nvPr>
            <p:ph type="dt" idx="10"/>
          </p:nvPr>
        </p:nvSpPr>
        <p:spPr>
          <a:xfrm>
            <a:off x="838200" y="6562416"/>
            <a:ext cx="320040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1" u="none" strike="noStrike" cap="none">
                <a:solidFill>
                  <a:srgbClr val="0C0C0C"/>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
          <p:cNvSpPr txBox="1">
            <a:spLocks noGrp="1"/>
          </p:cNvSpPr>
          <p:nvPr>
            <p:ph type="ftr" idx="11"/>
          </p:nvPr>
        </p:nvSpPr>
        <p:spPr>
          <a:xfrm>
            <a:off x="4288665" y="6562416"/>
            <a:ext cx="3200400" cy="27432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1" u="none" strike="noStrike" cap="none">
                <a:solidFill>
                  <a:srgbClr val="0C0C0C"/>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1pPr>
            <a:lvl2pPr marL="0" marR="0" lvl="1"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2pPr>
            <a:lvl3pPr marL="0" marR="0" lvl="2"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3pPr>
            <a:lvl4pPr marL="0" marR="0" lvl="3"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4pPr>
            <a:lvl5pPr marL="0" marR="0" lvl="4"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5pPr>
            <a:lvl6pPr marL="0" marR="0" lvl="5"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6pPr>
            <a:lvl7pPr marL="0" marR="0" lvl="6"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7pPr>
            <a:lvl8pPr marL="0" marR="0" lvl="7"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8pPr>
            <a:lvl9pPr marL="0" marR="0" lvl="8" indent="0" algn="r" rtl="0">
              <a:spcBef>
                <a:spcPts val="0"/>
              </a:spcBef>
              <a:buNone/>
              <a:defRPr sz="1200" b="0" i="1" u="none" strike="noStrike" cap="none">
                <a:solidFill>
                  <a:srgbClr val="0C0C0C"/>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15" name="Google Shape;15;p1" descr="C:\Users\Admin\Desktop\New folder (3)\PPT\AcroLogoTransparant.png"/>
          <p:cNvPicPr preferRelativeResize="0"/>
          <p:nvPr/>
        </p:nvPicPr>
        <p:blipFill rotWithShape="1">
          <a:blip r:embed="rId16">
            <a:alphaModFix/>
          </a:blip>
          <a:srcRect/>
          <a:stretch/>
        </p:blipFill>
        <p:spPr>
          <a:xfrm>
            <a:off x="10167750" y="6460506"/>
            <a:ext cx="1828800" cy="370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24"/>
        <p:cNvGrpSpPr/>
        <p:nvPr/>
      </p:nvGrpSpPr>
      <p:grpSpPr>
        <a:xfrm>
          <a:off x="0" y="0"/>
          <a:ext cx="0" cy="0"/>
          <a:chOff x="0" y="0"/>
          <a:chExt cx="0" cy="0"/>
        </a:xfrm>
      </p:grpSpPr>
      <p:sp>
        <p:nvSpPr>
          <p:cNvPr id="5125" name="Google Shape;5125;p1"/>
          <p:cNvSpPr txBox="1">
            <a:spLocks noGrp="1"/>
          </p:cNvSpPr>
          <p:nvPr>
            <p:ph type="ctrTitle"/>
          </p:nvPr>
        </p:nvSpPr>
        <p:spPr>
          <a:xfrm>
            <a:off x="759502" y="2451686"/>
            <a:ext cx="10672997" cy="8547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ct val="123076"/>
              <a:buFont typeface="Calibri"/>
              <a:buNone/>
            </a:pPr>
            <a:r>
              <a:rPr lang="en-IN" sz="4800" dirty="0" err="1" smtClean="0"/>
              <a:t>VidBrief</a:t>
            </a:r>
            <a:r>
              <a:rPr lang="en-IN" sz="4800" dirty="0" smtClean="0"/>
              <a:t>: YouTube Transcript Summarizer</a:t>
            </a:r>
            <a:endParaRPr sz="4800"/>
          </a:p>
        </p:txBody>
      </p:sp>
      <p:sp>
        <p:nvSpPr>
          <p:cNvPr id="5126" name="Google Shape;5126;p1"/>
          <p:cNvSpPr txBox="1">
            <a:spLocks noGrp="1"/>
          </p:cNvSpPr>
          <p:nvPr>
            <p:ph type="subTitle" idx="1"/>
          </p:nvPr>
        </p:nvSpPr>
        <p:spPr>
          <a:xfrm>
            <a:off x="76704" y="5110609"/>
            <a:ext cx="12037500" cy="1137900"/>
          </a:xfrm>
          <a:prstGeom prst="rect">
            <a:avLst/>
          </a:prstGeom>
          <a:noFill/>
          <a:ln>
            <a:noFill/>
          </a:ln>
        </p:spPr>
        <p:txBody>
          <a:bodyPr spcFirstLastPara="1" wrap="square" lIns="91425" tIns="45700" rIns="91425" bIns="45700" anchor="t" anchorCtr="0">
            <a:normAutofit fontScale="55000" lnSpcReduction="20000"/>
          </a:bodyPr>
          <a:lstStyle/>
          <a:p>
            <a:pPr marL="0" lvl="0" indent="0" algn="r" rtl="0">
              <a:lnSpc>
                <a:spcPct val="150000"/>
              </a:lnSpc>
              <a:spcBef>
                <a:spcPts val="0"/>
              </a:spcBef>
              <a:spcAft>
                <a:spcPts val="0"/>
              </a:spcAft>
              <a:buSzPct val="100000"/>
              <a:buNone/>
            </a:pPr>
            <a:r>
              <a:rPr lang="en-IN" dirty="0">
                <a:latin typeface="Calibri"/>
                <a:ea typeface="Calibri"/>
                <a:cs typeface="Calibri"/>
                <a:sym typeface="Calibri"/>
              </a:rPr>
              <a:t>Submitted to: Prof. </a:t>
            </a:r>
            <a:r>
              <a:rPr lang="en-IN" dirty="0" err="1" smtClean="0">
                <a:latin typeface="Calibri"/>
                <a:ea typeface="Calibri"/>
                <a:cs typeface="Calibri"/>
                <a:sym typeface="Calibri"/>
              </a:rPr>
              <a:t>Mayank</a:t>
            </a:r>
            <a:r>
              <a:rPr lang="en-IN" smtClean="0">
                <a:latin typeface="Calibri"/>
                <a:ea typeface="Calibri"/>
                <a:cs typeface="Calibri"/>
                <a:sym typeface="Calibri"/>
              </a:rPr>
              <a:t> Bhatt </a:t>
            </a:r>
            <a:endParaRPr>
              <a:latin typeface="Calibri"/>
              <a:ea typeface="Calibri"/>
              <a:cs typeface="Calibri"/>
              <a:sym typeface="Calibri"/>
            </a:endParaRPr>
          </a:p>
          <a:p>
            <a:pPr marL="0" lvl="0" indent="0" algn="r" rtl="0">
              <a:lnSpc>
                <a:spcPct val="150000"/>
              </a:lnSpc>
              <a:spcBef>
                <a:spcPts val="600"/>
              </a:spcBef>
              <a:spcAft>
                <a:spcPts val="0"/>
              </a:spcAft>
              <a:buSzPct val="100000"/>
              <a:buNone/>
            </a:pPr>
            <a:r>
              <a:rPr lang="en-IN" dirty="0">
                <a:latin typeface="Calibri"/>
                <a:ea typeface="Calibri"/>
                <a:cs typeface="Calibri"/>
                <a:sym typeface="Calibri"/>
              </a:rPr>
              <a:t>Department of Computer Science and Engineering (Data Science)</a:t>
            </a:r>
            <a:endParaRPr>
              <a:latin typeface="Calibri"/>
              <a:ea typeface="Calibri"/>
              <a:cs typeface="Calibri"/>
              <a:sym typeface="Calibri"/>
            </a:endParaRPr>
          </a:p>
        </p:txBody>
      </p:sp>
      <p:sp>
        <p:nvSpPr>
          <p:cNvPr id="5127" name="Google Shape;5127;p1"/>
          <p:cNvSpPr txBox="1">
            <a:spLocks noGrp="1"/>
          </p:cNvSpPr>
          <p:nvPr>
            <p:ph type="sldNum" idx="12"/>
          </p:nvPr>
        </p:nvSpPr>
        <p:spPr>
          <a:xfrm>
            <a:off x="8757642" y="6562416"/>
            <a:ext cx="1371600" cy="274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pPr marL="0" lvl="0" indent="0" algn="r" rtl="0">
                <a:lnSpc>
                  <a:spcPct val="100000"/>
                </a:lnSpc>
                <a:spcBef>
                  <a:spcPts val="0"/>
                </a:spcBef>
                <a:spcAft>
                  <a:spcPts val="0"/>
                </a:spcAft>
                <a:buSzPts val="1200"/>
                <a:buNone/>
              </a:pPr>
              <a:t>2</a:t>
            </a:fld>
            <a:endParaRPr/>
          </a:p>
        </p:txBody>
      </p:sp>
      <p:sp>
        <p:nvSpPr>
          <p:cNvPr id="38914" name="AutoShape 2" descr="Lightning likely cause of 2020 Sierra National Forest fire | World News -  The Indian Expres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838201" y="2402238"/>
            <a:ext cx="4802944" cy="218722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Droid Sans Mono"/>
              <a:buNone/>
            </a:pPr>
            <a:r>
              <a:rPr lang="en-US" sz="3200" dirty="0">
                <a:latin typeface="Calibri" panose="020F0502020204030204" pitchFamily="34" charset="0"/>
                <a:ea typeface="Calibri" panose="020F0502020204030204" pitchFamily="34" charset="0"/>
                <a:cs typeface="Calibri" panose="020F0502020204030204" pitchFamily="34" charset="0"/>
              </a:rPr>
              <a:t>Supervised by:</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Prof. </a:t>
            </a:r>
            <a:r>
              <a:rPr lang="en-US" sz="3200" dirty="0" err="1" smtClean="0">
                <a:latin typeface="Calibri" panose="020F0502020204030204" pitchFamily="34" charset="0"/>
                <a:ea typeface="Calibri" panose="020F0502020204030204" pitchFamily="34" charset="0"/>
                <a:cs typeface="Calibri" panose="020F0502020204030204" pitchFamily="34" charset="0"/>
              </a:rPr>
              <a:t>Pawan</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Makhija</a:t>
            </a:r>
            <a:endParaRPr sz="3200" dirty="0">
              <a:latin typeface="Calibri" panose="020F0502020204030204" pitchFamily="34" charset="0"/>
              <a:ea typeface="Calibri" panose="020F0502020204030204" pitchFamily="34" charset="0"/>
              <a:cs typeface="Calibri" panose="020F0502020204030204" pitchFamily="34" charset="0"/>
            </a:endParaRPr>
          </a:p>
        </p:txBody>
      </p:sp>
      <p:sp>
        <p:nvSpPr>
          <p:cNvPr id="127" name="Google Shape;127;p18"/>
          <p:cNvSpPr txBox="1">
            <a:spLocks noGrp="1"/>
          </p:cNvSpPr>
          <p:nvPr>
            <p:ph type="body" idx="1"/>
          </p:nvPr>
        </p:nvSpPr>
        <p:spPr>
          <a:xfrm>
            <a:off x="6213987" y="2711286"/>
            <a:ext cx="5378745" cy="1992167"/>
          </a:xfrm>
          <a:prstGeom prst="rect">
            <a:avLst/>
          </a:prstGeom>
          <a:noFill/>
          <a:ln>
            <a:noFill/>
          </a:ln>
        </p:spPr>
        <p:txBody>
          <a:bodyPr spcFirstLastPara="1" wrap="square" lIns="91425" tIns="45700" rIns="91425" bIns="45700" anchor="ctr" anchorCtr="0">
            <a:normAutofit fontScale="62500" lnSpcReduction="20000"/>
          </a:bodyPr>
          <a:lstStyle/>
          <a:p>
            <a:pPr marL="0" lvl="0" indent="0" algn="l" rtl="0">
              <a:lnSpc>
                <a:spcPct val="120000"/>
              </a:lnSpc>
              <a:spcBef>
                <a:spcPts val="0"/>
              </a:spcBef>
              <a:spcAft>
                <a:spcPts val="0"/>
              </a:spcAft>
              <a:buSzPct val="100000"/>
              <a:buNone/>
            </a:pPr>
            <a:r>
              <a:rPr lang="en-US" sz="3900" dirty="0"/>
              <a:t>Team Members</a:t>
            </a:r>
            <a:endParaRPr sz="3900" dirty="0"/>
          </a:p>
          <a:p>
            <a:pPr marL="0" lvl="0" indent="0" algn="l" rtl="0">
              <a:lnSpc>
                <a:spcPct val="120000"/>
              </a:lnSpc>
              <a:spcBef>
                <a:spcPts val="0"/>
              </a:spcBef>
              <a:spcAft>
                <a:spcPts val="0"/>
              </a:spcAft>
              <a:buSzPct val="100000"/>
              <a:buNone/>
            </a:pPr>
            <a:r>
              <a:rPr lang="en-US" sz="3600" dirty="0" err="1" smtClean="0"/>
              <a:t>Aditya</a:t>
            </a:r>
            <a:r>
              <a:rPr lang="en-US" sz="3600" dirty="0" smtClean="0"/>
              <a:t> </a:t>
            </a:r>
            <a:r>
              <a:rPr lang="en-US" sz="3600" dirty="0" err="1" smtClean="0"/>
              <a:t>Yadav</a:t>
            </a:r>
            <a:r>
              <a:rPr lang="en-US" sz="3600" dirty="0" smtClean="0"/>
              <a:t> (0827CD211005)</a:t>
            </a:r>
          </a:p>
          <a:p>
            <a:pPr marL="0" lvl="0" indent="0" algn="l" rtl="0">
              <a:lnSpc>
                <a:spcPct val="120000"/>
              </a:lnSpc>
              <a:spcBef>
                <a:spcPts val="0"/>
              </a:spcBef>
              <a:spcAft>
                <a:spcPts val="0"/>
              </a:spcAft>
              <a:buSzPct val="100000"/>
              <a:buNone/>
            </a:pPr>
            <a:r>
              <a:rPr lang="en-IN" sz="3600" dirty="0" err="1" smtClean="0"/>
              <a:t>Akash</a:t>
            </a:r>
            <a:r>
              <a:rPr lang="en-IN" sz="3600" dirty="0" smtClean="0"/>
              <a:t> Patel (0827CD211006)</a:t>
            </a:r>
            <a:endParaRPr sz="3600" smtClean="0"/>
          </a:p>
          <a:p>
            <a:pPr marL="0" marR="0" lvl="0" indent="0" algn="l" defTabSz="914400" rtl="0" eaLnBrk="1" fontAlgn="auto" latinLnBrk="0" hangingPunct="1">
              <a:lnSpc>
                <a:spcPct val="120000"/>
              </a:lnSpc>
              <a:spcBef>
                <a:spcPts val="0"/>
              </a:spcBef>
              <a:spcAft>
                <a:spcPts val="0"/>
              </a:spcAft>
              <a:buClr>
                <a:srgbClr val="0070C0"/>
              </a:buClr>
              <a:buSzPct val="100000"/>
              <a:buFont typeface="Noto Sans Symbols"/>
              <a:buNone/>
              <a:tabLst/>
              <a:defRPr/>
            </a:pPr>
            <a:r>
              <a:rPr lang="en-US" sz="3600" dirty="0" err="1" smtClean="0"/>
              <a:t>Bhavya</a:t>
            </a:r>
            <a:r>
              <a:rPr lang="en-US" sz="3600" dirty="0" smtClean="0"/>
              <a:t> Jain </a:t>
            </a:r>
            <a:r>
              <a:rPr kumimoji="0" lang="en-US" sz="3600" b="1" i="0" u="none" strike="noStrike" kern="0" cap="none" spc="0" normalizeH="0" baseline="0" noProof="0" dirty="0" smtClean="0">
                <a:ln>
                  <a:noFill/>
                </a:ln>
                <a:solidFill>
                  <a:srgbClr val="FFFFFF"/>
                </a:solidFill>
                <a:effectLst/>
                <a:uLnTx/>
                <a:uFillTx/>
                <a:latin typeface="Calibri"/>
                <a:ea typeface="Calibri"/>
                <a:cs typeface="Calibri"/>
                <a:sym typeface="Calibri"/>
              </a:rPr>
              <a:t>(0827CD211018)</a:t>
            </a:r>
            <a:endParaRPr lang="en-US" sz="3600" dirty="0" smtClean="0"/>
          </a:p>
          <a:p>
            <a:pPr marL="0" marR="0" lvl="0" indent="0" algn="l" defTabSz="914400" rtl="0" eaLnBrk="1" fontAlgn="auto" latinLnBrk="0" hangingPunct="1">
              <a:lnSpc>
                <a:spcPct val="120000"/>
              </a:lnSpc>
              <a:spcBef>
                <a:spcPts val="0"/>
              </a:spcBef>
              <a:spcAft>
                <a:spcPts val="0"/>
              </a:spcAft>
              <a:buClr>
                <a:srgbClr val="0070C0"/>
              </a:buClr>
              <a:buSzPct val="100000"/>
              <a:buFont typeface="Noto Sans Symbols"/>
              <a:buNone/>
              <a:tabLst/>
              <a:defRPr/>
            </a:pPr>
            <a:r>
              <a:rPr lang="en-US" sz="3600" dirty="0" err="1" smtClean="0"/>
              <a:t>Neeraj</a:t>
            </a:r>
            <a:r>
              <a:rPr lang="en-US" sz="3600" dirty="0" smtClean="0"/>
              <a:t> </a:t>
            </a:r>
            <a:r>
              <a:rPr lang="en-US" sz="3600" dirty="0" err="1" smtClean="0"/>
              <a:t>Sahu</a:t>
            </a:r>
            <a:r>
              <a:rPr lang="en-US" sz="3600" dirty="0" smtClean="0"/>
              <a:t> </a:t>
            </a:r>
            <a:r>
              <a:rPr kumimoji="0" lang="en-US" sz="3600" b="1" i="0" u="none" strike="noStrike" kern="0" cap="none" spc="0" normalizeH="0" baseline="0" noProof="0" dirty="0" smtClean="0">
                <a:ln>
                  <a:noFill/>
                </a:ln>
                <a:solidFill>
                  <a:srgbClr val="FFFFFF"/>
                </a:solidFill>
                <a:effectLst/>
                <a:uLnTx/>
                <a:uFillTx/>
                <a:latin typeface="Calibri"/>
                <a:ea typeface="Calibri"/>
                <a:cs typeface="Calibri"/>
                <a:sym typeface="Calibri"/>
              </a:rPr>
              <a:t>(0827CD211040)</a:t>
            </a:r>
          </a:p>
          <a:p>
            <a:pPr marL="0" lvl="0" indent="0" algn="l" rtl="0">
              <a:lnSpc>
                <a:spcPct val="120000"/>
              </a:lnSpc>
              <a:spcBef>
                <a:spcPts val="0"/>
              </a:spcBef>
              <a:spcAft>
                <a:spcPts val="0"/>
              </a:spcAft>
              <a:buSzPct val="100000"/>
              <a:buNone/>
            </a:pPr>
            <a:endParaRPr lang="en-US" sz="3200" dirty="0" smtClean="0"/>
          </a:p>
          <a:p>
            <a:pPr marL="0" lvl="0" indent="0" algn="l" rtl="0">
              <a:lnSpc>
                <a:spcPct val="120000"/>
              </a:lnSpc>
              <a:spcBef>
                <a:spcPts val="0"/>
              </a:spcBef>
              <a:spcAft>
                <a:spcPts val="0"/>
              </a:spcAft>
              <a:buSzPct val="100000"/>
              <a:buNone/>
            </a:pPr>
            <a:endParaRPr sz="3200" dirty="0"/>
          </a:p>
        </p:txBody>
      </p:sp>
      <p:sp>
        <p:nvSpPr>
          <p:cNvPr id="129" name="Google Shape;129;p18"/>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a:off x="214506" y="0"/>
            <a:ext cx="11732654"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Project Presentation Outline</a:t>
            </a:r>
            <a:endParaRPr dirty="0"/>
          </a:p>
        </p:txBody>
      </p:sp>
      <p:sp>
        <p:nvSpPr>
          <p:cNvPr id="137" name="Google Shape;137;p19"/>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
        <p:nvSpPr>
          <p:cNvPr id="5" name="Google Shape;143;p20"/>
          <p:cNvSpPr txBox="1">
            <a:spLocks noGrp="1"/>
          </p:cNvSpPr>
          <p:nvPr>
            <p:ph type="body" idx="1"/>
          </p:nvPr>
        </p:nvSpPr>
        <p:spPr>
          <a:xfrm>
            <a:off x="74952" y="1341296"/>
            <a:ext cx="10628026" cy="5269366"/>
          </a:xfrm>
          <a:prstGeom prst="rect">
            <a:avLst/>
          </a:prstGeom>
          <a:noFill/>
          <a:ln>
            <a:noFill/>
          </a:ln>
        </p:spPr>
        <p:txBody>
          <a:bodyPr spcFirstLastPara="1" wrap="square" lIns="91425" tIns="45700" rIns="91425" bIns="45700" anchor="t" anchorCtr="0">
            <a:noAutofit/>
          </a:bodyPr>
          <a:lstStyle/>
          <a:p>
            <a:pPr>
              <a:lnSpc>
                <a:spcPct val="100000"/>
              </a:lnSpc>
              <a:buFont typeface="Wingdings" pitchFamily="2" charset="2"/>
              <a:buChar char="v"/>
            </a:pPr>
            <a:r>
              <a:rPr lang="en-US" sz="1800" dirty="0" smtClean="0"/>
              <a:t>Abstract</a:t>
            </a:r>
          </a:p>
          <a:p>
            <a:pPr>
              <a:lnSpc>
                <a:spcPct val="100000"/>
              </a:lnSpc>
              <a:buFont typeface="Wingdings" pitchFamily="2" charset="2"/>
              <a:buChar char="v"/>
            </a:pPr>
            <a:r>
              <a:rPr lang="en-US" sz="1800" dirty="0" smtClean="0"/>
              <a:t>Introduction</a:t>
            </a:r>
          </a:p>
          <a:p>
            <a:pPr>
              <a:lnSpc>
                <a:spcPct val="100000"/>
              </a:lnSpc>
              <a:buFont typeface="Wingdings" pitchFamily="2" charset="2"/>
              <a:buChar char="v"/>
            </a:pPr>
            <a:r>
              <a:rPr lang="en-US" sz="1800" dirty="0" smtClean="0"/>
              <a:t>Problem Statement</a:t>
            </a:r>
          </a:p>
          <a:p>
            <a:pPr>
              <a:lnSpc>
                <a:spcPct val="100000"/>
              </a:lnSpc>
              <a:buFont typeface="Wingdings" pitchFamily="2" charset="2"/>
              <a:buChar char="v"/>
            </a:pPr>
            <a:r>
              <a:rPr lang="en-US" sz="1800" dirty="0" smtClean="0"/>
              <a:t>Objectives</a:t>
            </a:r>
          </a:p>
          <a:p>
            <a:pPr>
              <a:lnSpc>
                <a:spcPct val="100000"/>
              </a:lnSpc>
              <a:buFont typeface="Wingdings" pitchFamily="2" charset="2"/>
              <a:buChar char="v"/>
            </a:pPr>
            <a:r>
              <a:rPr lang="en-US" sz="1800" dirty="0" smtClean="0"/>
              <a:t>Survey of existing systems</a:t>
            </a:r>
          </a:p>
          <a:p>
            <a:pPr>
              <a:lnSpc>
                <a:spcPct val="100000"/>
              </a:lnSpc>
              <a:buFont typeface="Wingdings" pitchFamily="2" charset="2"/>
              <a:buChar char="v"/>
            </a:pPr>
            <a:r>
              <a:rPr lang="en-US" sz="1800" dirty="0" smtClean="0"/>
              <a:t>Requirement Analysis</a:t>
            </a:r>
          </a:p>
          <a:p>
            <a:pPr>
              <a:lnSpc>
                <a:spcPct val="100000"/>
              </a:lnSpc>
              <a:buFont typeface="Wingdings" pitchFamily="2" charset="2"/>
              <a:buChar char="v"/>
            </a:pPr>
            <a:r>
              <a:rPr lang="en-US" sz="1800" dirty="0" smtClean="0"/>
              <a:t>Solution Proposed</a:t>
            </a:r>
          </a:p>
          <a:p>
            <a:pPr>
              <a:lnSpc>
                <a:spcPct val="100000"/>
              </a:lnSpc>
              <a:buFont typeface="Wingdings" pitchFamily="2" charset="2"/>
              <a:buChar char="v"/>
            </a:pPr>
            <a:r>
              <a:rPr lang="en-US" sz="1800" dirty="0" smtClean="0"/>
              <a:t>Outcome Discussion</a:t>
            </a:r>
          </a:p>
          <a:p>
            <a:pPr>
              <a:lnSpc>
                <a:spcPct val="100000"/>
              </a:lnSpc>
              <a:buFont typeface="Wingdings" pitchFamily="2" charset="2"/>
              <a:buChar char="v"/>
            </a:pPr>
            <a:r>
              <a:rPr lang="en-US" sz="1800" dirty="0" smtClean="0"/>
              <a:t>Block Diagram</a:t>
            </a:r>
          </a:p>
          <a:p>
            <a:pPr>
              <a:lnSpc>
                <a:spcPct val="100000"/>
              </a:lnSpc>
              <a:buFont typeface="Wingdings" pitchFamily="2" charset="2"/>
              <a:buChar char="v"/>
            </a:pPr>
            <a:r>
              <a:rPr lang="en-US" sz="1800" dirty="0" smtClean="0"/>
              <a:t>Hardware Requirements</a:t>
            </a:r>
          </a:p>
          <a:p>
            <a:pPr>
              <a:lnSpc>
                <a:spcPct val="100000"/>
              </a:lnSpc>
              <a:buFont typeface="Wingdings" pitchFamily="2" charset="2"/>
              <a:buChar char="v"/>
            </a:pPr>
            <a:r>
              <a:rPr lang="en-US" sz="1800" dirty="0" smtClean="0"/>
              <a:t>Software Requirements</a:t>
            </a:r>
          </a:p>
          <a:p>
            <a:pPr>
              <a:lnSpc>
                <a:spcPct val="100000"/>
              </a:lnSpc>
              <a:buFont typeface="Wingdings" pitchFamily="2" charset="2"/>
              <a:buChar char="v"/>
            </a:pPr>
            <a:r>
              <a:rPr lang="en-US" sz="1800" dirty="0" smtClean="0"/>
              <a:t>Result</a:t>
            </a:r>
          </a:p>
          <a:p>
            <a:pPr>
              <a:lnSpc>
                <a:spcPct val="100000"/>
              </a:lnSpc>
              <a:buFont typeface="Wingdings" pitchFamily="2" charset="2"/>
              <a:buChar char="v"/>
            </a:pPr>
            <a:r>
              <a:rPr lang="en-US" sz="1800" dirty="0" smtClean="0"/>
              <a:t>Conclusion</a:t>
            </a:r>
          </a:p>
          <a:p>
            <a:pPr>
              <a:lnSpc>
                <a:spcPct val="100000"/>
              </a:lnSpc>
              <a:buFont typeface="Wingdings" pitchFamily="2" charset="2"/>
              <a:buChar char="v"/>
            </a:pPr>
            <a:r>
              <a:rPr lang="en-US" sz="1800" dirty="0" smtClean="0"/>
              <a:t>Acknowledgement</a:t>
            </a:r>
          </a:p>
          <a:p>
            <a:pPr>
              <a:lnSpc>
                <a:spcPct val="100000"/>
              </a:lnSpc>
              <a:buFont typeface="Wingdings" pitchFamily="2" charset="2"/>
              <a:buChar char="v"/>
            </a:pPr>
            <a:r>
              <a:rPr lang="en-US" sz="1800" dirty="0" smtClean="0"/>
              <a:t>References</a:t>
            </a:r>
          </a:p>
          <a:p>
            <a:pPr>
              <a:lnSpc>
                <a:spcPct val="100000"/>
              </a:lnSpc>
              <a:buFont typeface="Wingdings" pitchFamily="2" charset="2"/>
              <a:buChar char="v"/>
            </a:pPr>
            <a:endParaRPr lang="en-US" sz="2800" dirty="0" smtClean="0"/>
          </a:p>
          <a:p>
            <a:pPr>
              <a:lnSpc>
                <a:spcPct val="100000"/>
              </a:lnSpc>
              <a:buFont typeface="Wingdings" pitchFamily="2" charset="2"/>
              <a:buChar char="v"/>
            </a:pPr>
            <a:endParaRPr lang="en-US" sz="2800" dirty="0" smtClean="0"/>
          </a:p>
          <a:p>
            <a:pPr>
              <a:lnSpc>
                <a:spcPct val="100000"/>
              </a:lnSpc>
              <a:buFont typeface="Wingdings" pitchFamily="2" charset="2"/>
              <a:buChar char="v"/>
            </a:pPr>
            <a:endParaRPr lang="en-US" sz="2800" dirty="0" smtClean="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a:t>Abstract</a:t>
            </a:r>
            <a:endParaRPr/>
          </a:p>
        </p:txBody>
      </p:sp>
      <p:sp>
        <p:nvSpPr>
          <p:cNvPr id="143" name="Google Shape;143;p20"/>
          <p:cNvSpPr txBox="1">
            <a:spLocks noGrp="1"/>
          </p:cNvSpPr>
          <p:nvPr>
            <p:ph type="body" idx="1"/>
          </p:nvPr>
        </p:nvSpPr>
        <p:spPr>
          <a:xfrm>
            <a:off x="37661" y="1341296"/>
            <a:ext cx="11846859" cy="4669761"/>
          </a:xfrm>
          <a:prstGeom prst="rect">
            <a:avLst/>
          </a:prstGeom>
          <a:noFill/>
          <a:ln>
            <a:noFill/>
          </a:ln>
        </p:spPr>
        <p:txBody>
          <a:bodyPr spcFirstLastPara="1" wrap="square" lIns="91425" tIns="45700" rIns="91425" bIns="45700" anchor="t" anchorCtr="0">
            <a:noAutofit/>
          </a:bodyPr>
          <a:lstStyle/>
          <a:p>
            <a:pPr>
              <a:lnSpc>
                <a:spcPct val="100000"/>
              </a:lnSpc>
              <a:buFont typeface="Wingdings" pitchFamily="2" charset="2"/>
              <a:buChar char="v"/>
            </a:pPr>
            <a:r>
              <a:rPr lang="en-IN" sz="2800" dirty="0" smtClean="0"/>
              <a:t>This project revolves around summarizing the text contained in the transcript of YouTube videos such as lectures, meetings, speeches, etc to help people extract meaningful information and efficient consumption of the video. Watching lengthy videos to extract key points can be time-consuming and inefficient. A YouTube Transcript Summarizer addresses this issue by automatically generating concise summaries of video transcripts, allowing users to grasp the main ideas without watching the entire video. The goal is to enhance the accessibility of YouTube content by enabling users to quickly understand lengthy videos without watching them in full.</a:t>
            </a:r>
            <a:endParaRPr lang="en-US" sz="2800" dirty="0" smtClean="0"/>
          </a:p>
        </p:txBody>
      </p:sp>
      <p:sp>
        <p:nvSpPr>
          <p:cNvPr id="145" name="Google Shape;145;p20"/>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Introduction </a:t>
            </a:r>
            <a:endParaRPr/>
          </a:p>
        </p:txBody>
      </p:sp>
      <p:sp>
        <p:nvSpPr>
          <p:cNvPr id="151" name="Google Shape;151;p21"/>
          <p:cNvSpPr txBox="1">
            <a:spLocks noGrp="1"/>
          </p:cNvSpPr>
          <p:nvPr>
            <p:ph type="body" idx="1"/>
          </p:nvPr>
        </p:nvSpPr>
        <p:spPr>
          <a:xfrm>
            <a:off x="37661" y="1431234"/>
            <a:ext cx="11846859" cy="4864635"/>
          </a:xfrm>
          <a:prstGeom prst="rect">
            <a:avLst/>
          </a:prstGeom>
          <a:noFill/>
          <a:ln>
            <a:noFill/>
          </a:ln>
        </p:spPr>
        <p:txBody>
          <a:bodyPr spcFirstLastPara="1" wrap="square" lIns="91425" tIns="45700" rIns="91425" bIns="45700" anchor="t" anchorCtr="0">
            <a:noAutofit/>
          </a:bodyPr>
          <a:lstStyle/>
          <a:p>
            <a:r>
              <a:rPr lang="en-IN" sz="2600" dirty="0" smtClean="0"/>
              <a:t>The purpose of a YouTube transcript summarizer is to provide users with a concise and easily digestible summary of a video's content without requiring them to watch the entire video or read the full transcript. With the vast amount of video content on YouTube, it can be time-consuming for viewers to sift through long videos to find key information. By summarizing the transcript, the tool helps users quickly understand the main points, topics, or arguments presented in the video. This can be especially useful for educational content, tutorials, lectures, or any informational videos where users want to save time or focus on specific segments. It also improves accessibility for people who prefer reading over watching or those with hearing impairments, offering a text-based way to engage with the content.</a:t>
            </a:r>
            <a:r>
              <a:rPr lang="en-US" sz="2600" dirty="0" smtClean="0"/>
              <a:t>The purpose of a YouTube transcript summarizer is to help users quickly grasp the main points of a video without having to watch the entire content. </a:t>
            </a:r>
          </a:p>
        </p:txBody>
      </p:sp>
      <p:sp>
        <p:nvSpPr>
          <p:cNvPr id="153" name="Google Shape;153;p21"/>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2"/>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smtClean="0"/>
              <a:t>Problem </a:t>
            </a:r>
            <a:r>
              <a:rPr lang="en-US" dirty="0"/>
              <a:t>Statement</a:t>
            </a:r>
            <a:endParaRPr/>
          </a:p>
        </p:txBody>
      </p:sp>
      <p:sp>
        <p:nvSpPr>
          <p:cNvPr id="159" name="Google Shape;159;p22"/>
          <p:cNvSpPr txBox="1">
            <a:spLocks noGrp="1"/>
          </p:cNvSpPr>
          <p:nvPr>
            <p:ph type="body" idx="1"/>
          </p:nvPr>
        </p:nvSpPr>
        <p:spPr>
          <a:xfrm>
            <a:off x="-12861" y="1439548"/>
            <a:ext cx="12009991" cy="5097388"/>
          </a:xfrm>
          <a:prstGeom prst="rect">
            <a:avLst/>
          </a:prstGeom>
          <a:noFill/>
          <a:ln>
            <a:noFill/>
          </a:ln>
        </p:spPr>
        <p:txBody>
          <a:bodyPr spcFirstLastPara="1" wrap="square" lIns="91425" tIns="45700" rIns="91425" bIns="45700" anchor="t" anchorCtr="0">
            <a:normAutofit/>
          </a:bodyPr>
          <a:lstStyle/>
          <a:p>
            <a:r>
              <a:rPr lang="en-US" sz="2400" dirty="0" smtClean="0"/>
              <a:t>In today's digital age, YouTube has become a leading platform for hosting vast amounts of video content, including educational tutorials, lectures, webinars, and entertainment. However, with the ever-growing volume of videos, users often face challenges in efficiently extracting and digesting key information from lengthy content. YouTube provides transcripts for many videos, but these can be unstructured, difficult to navigate, and time-consuming to review. Additionally, the quality of auto-generated captions varies greatly, particularly for videos with specialized jargon, accents, or background noise, further complicating the process. Thus, there is a clear need for a solution that automates the extraction and summarization of YouTube transcripts, offering concise, contextually accurate, and customizable summaries to save time and improve content accessibility for a global audience.</a:t>
            </a:r>
            <a:endParaRPr sz="2400" dirty="0"/>
          </a:p>
        </p:txBody>
      </p:sp>
      <p:sp>
        <p:nvSpPr>
          <p:cNvPr id="161" name="Google Shape;161;p22"/>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Objectives</a:t>
            </a:r>
            <a:endParaRPr dirty="0"/>
          </a:p>
        </p:txBody>
      </p:sp>
      <p:sp>
        <p:nvSpPr>
          <p:cNvPr id="175" name="Google Shape;175;p24"/>
          <p:cNvSpPr txBox="1">
            <a:spLocks noGrp="1"/>
          </p:cNvSpPr>
          <p:nvPr>
            <p:ph type="body" idx="1"/>
          </p:nvPr>
        </p:nvSpPr>
        <p:spPr>
          <a:xfrm>
            <a:off x="104933" y="1719471"/>
            <a:ext cx="11902188" cy="4321566"/>
          </a:xfrm>
          <a:prstGeom prst="rect">
            <a:avLst/>
          </a:prstGeom>
          <a:noFill/>
          <a:ln>
            <a:noFill/>
          </a:ln>
        </p:spPr>
        <p:txBody>
          <a:bodyPr spcFirstLastPara="1" wrap="square" lIns="91425" tIns="45700" rIns="91425" bIns="45700" anchor="t" anchorCtr="0">
            <a:normAutofit/>
          </a:bodyPr>
          <a:lstStyle/>
          <a:p>
            <a:pPr marL="344488" indent="-284163"/>
            <a:r>
              <a:rPr lang="en-IN" sz="2000" b="1" dirty="0" smtClean="0"/>
              <a:t>1.</a:t>
            </a:r>
            <a:r>
              <a:rPr lang="en-IN" sz="2000" dirty="0" smtClean="0"/>
              <a:t> </a:t>
            </a:r>
            <a:r>
              <a:rPr lang="en-IN" sz="2000" b="1" dirty="0" smtClean="0"/>
              <a:t>Direct YouTube API Integration</a:t>
            </a:r>
            <a:r>
              <a:rPr lang="en-IN" sz="2000" dirty="0" smtClean="0"/>
              <a:t>: The tool should integrate directly with the YouTube API to automatically fetch video transcripts, eliminating the need for manual input or copy-pasting.</a:t>
            </a:r>
            <a:endParaRPr lang="en-US" sz="2000" dirty="0" smtClean="0"/>
          </a:p>
          <a:p>
            <a:pPr marL="344488" indent="-284163">
              <a:buNone/>
            </a:pPr>
            <a:endParaRPr lang="en-US" sz="2000" dirty="0" smtClean="0"/>
          </a:p>
          <a:p>
            <a:pPr marL="344488" indent="-284163"/>
            <a:r>
              <a:rPr lang="en-IN" sz="2000" b="1" dirty="0" smtClean="0"/>
              <a:t>2. Enhanced NLP and AI-based Summarization: </a:t>
            </a:r>
            <a:r>
              <a:rPr lang="en-IN" sz="2000" dirty="0" smtClean="0"/>
              <a:t>The tool will use advanced natural language processing (NLP) techniques, such as transformer models to provide more context-aware and accurate summaries.</a:t>
            </a:r>
            <a:endParaRPr lang="en-US" sz="2000" dirty="0" smtClean="0"/>
          </a:p>
          <a:p>
            <a:pPr marL="344488" indent="-284163">
              <a:buNone/>
            </a:pPr>
            <a:endParaRPr lang="en-US" sz="2000" dirty="0" smtClean="0"/>
          </a:p>
          <a:p>
            <a:pPr marL="344488" indent="-284163"/>
            <a:r>
              <a:rPr lang="en-IN" sz="2000" b="1" dirty="0" smtClean="0"/>
              <a:t>3.</a:t>
            </a:r>
            <a:r>
              <a:rPr lang="en-IN" sz="2000" dirty="0" smtClean="0"/>
              <a:t> </a:t>
            </a:r>
            <a:r>
              <a:rPr lang="en-IN" sz="2000" b="1" dirty="0" smtClean="0"/>
              <a:t>Caption and Transcript Correction</a:t>
            </a:r>
            <a:r>
              <a:rPr lang="en-IN" sz="2000" dirty="0" smtClean="0"/>
              <a:t>: The tool will integrate a caption correction module that can enhance the quality of auto-generated captions by applying AI-based correction techniques, improving the accuracy of the transcript before summarization.</a:t>
            </a:r>
            <a:endParaRPr lang="en-US" sz="2000" dirty="0" smtClean="0"/>
          </a:p>
          <a:p>
            <a:pPr marL="344488" indent="-284163">
              <a:buNone/>
            </a:pPr>
            <a:endParaRPr lang="en-US" sz="2000" dirty="0" smtClean="0"/>
          </a:p>
          <a:p>
            <a:pPr marL="344488" indent="-284163"/>
            <a:r>
              <a:rPr lang="en-IN" sz="2000" b="1" dirty="0" smtClean="0"/>
              <a:t>4. User Interface (UI) and Experience</a:t>
            </a:r>
            <a:r>
              <a:rPr lang="en-IN" sz="2000" dirty="0" smtClean="0"/>
              <a:t>: The tool will develop a clean and intuitive interface where users can simply input a YouTube video URL, select the desired summarization options (length, language, style), and receive the output in seconds.</a:t>
            </a:r>
            <a:endParaRPr lang="en-US" sz="2000" dirty="0" smtClean="0">
              <a:latin typeface="Times New Roman" pitchFamily="18" charset="0"/>
              <a:cs typeface="Times New Roman" pitchFamily="18" charset="0"/>
            </a:endParaRPr>
          </a:p>
        </p:txBody>
      </p:sp>
      <p:sp>
        <p:nvSpPr>
          <p:cNvPr id="177" name="Google Shape;177;p24"/>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Survey of Existing Systems</a:t>
            </a:r>
            <a:endParaRPr dirty="0"/>
          </a:p>
        </p:txBody>
      </p:sp>
      <p:sp>
        <p:nvSpPr>
          <p:cNvPr id="167" name="Google Shape;167;p23"/>
          <p:cNvSpPr txBox="1">
            <a:spLocks noGrp="1"/>
          </p:cNvSpPr>
          <p:nvPr>
            <p:ph type="body" idx="1"/>
          </p:nvPr>
        </p:nvSpPr>
        <p:spPr>
          <a:xfrm>
            <a:off x="4646" y="1424066"/>
            <a:ext cx="11846859" cy="5021705"/>
          </a:xfrm>
          <a:prstGeom prst="rect">
            <a:avLst/>
          </a:prstGeom>
          <a:noFill/>
          <a:ln>
            <a:noFill/>
          </a:ln>
        </p:spPr>
        <p:txBody>
          <a:bodyPr spcFirstLastPara="1" wrap="square" lIns="91425" tIns="45700" rIns="91425" bIns="45700" anchor="t" anchorCtr="0">
            <a:noAutofit/>
          </a:bodyPr>
          <a:lstStyle/>
          <a:p>
            <a:r>
              <a:rPr lang="en-IN" sz="2200" b="1" dirty="0" smtClean="0"/>
              <a:t>1. HARPA AI</a:t>
            </a:r>
            <a:r>
              <a:rPr lang="en-IN" sz="2200" dirty="0" smtClean="0"/>
              <a:t>: Struggles with accurately summarizing videos with complex or technical content. May miss nuances or context, leading to incomplete summaries.</a:t>
            </a:r>
            <a:endParaRPr lang="en-US" sz="2200" dirty="0" smtClean="0"/>
          </a:p>
          <a:p>
            <a:pPr>
              <a:buNone/>
            </a:pPr>
            <a:endParaRPr lang="en-US" sz="2200" dirty="0" smtClean="0"/>
          </a:p>
          <a:p>
            <a:r>
              <a:rPr lang="en-US" sz="2200" b="1" dirty="0" smtClean="0"/>
              <a:t>2. Merlin AI</a:t>
            </a:r>
            <a:r>
              <a:rPr lang="en-US" sz="2200" dirty="0" smtClean="0"/>
              <a:t>: </a:t>
            </a:r>
            <a:r>
              <a:rPr lang="en-IN" sz="2200" dirty="0" smtClean="0"/>
              <a:t>Can be resource-intensive, especially for  long videos.  Sometimes generates summaries that are too brief, missing key details.</a:t>
            </a:r>
            <a:endParaRPr lang="en-US" sz="2200" dirty="0" smtClean="0"/>
          </a:p>
          <a:p>
            <a:pPr>
              <a:buNone/>
            </a:pPr>
            <a:endParaRPr lang="en-US" sz="2200" dirty="0" smtClean="0"/>
          </a:p>
          <a:p>
            <a:r>
              <a:rPr lang="en-IN" sz="2200" b="1" dirty="0" smtClean="0"/>
              <a:t>3.</a:t>
            </a:r>
            <a:r>
              <a:rPr lang="en-IN" sz="2200" dirty="0" smtClean="0"/>
              <a:t> </a:t>
            </a:r>
            <a:r>
              <a:rPr lang="en-IN" sz="2200" b="1" dirty="0" err="1" smtClean="0"/>
              <a:t>Scrapestorm</a:t>
            </a:r>
            <a:r>
              <a:rPr lang="en-IN" sz="2200" dirty="0" smtClean="0"/>
              <a:t>: Lacks real-time integration with YouTube, making the process tedious, and summarization quality is also inconsistent for longer videos.</a:t>
            </a:r>
            <a:endParaRPr lang="en-US" sz="2200" dirty="0" smtClean="0"/>
          </a:p>
          <a:p>
            <a:pPr>
              <a:buNone/>
            </a:pPr>
            <a:endParaRPr lang="en-US" sz="2200" dirty="0" smtClean="0"/>
          </a:p>
          <a:p>
            <a:r>
              <a:rPr lang="en-US" sz="2200" b="1" dirty="0" smtClean="0"/>
              <a:t>4. </a:t>
            </a:r>
            <a:r>
              <a:rPr lang="en-US" sz="2200" b="1" dirty="0" err="1" smtClean="0"/>
              <a:t>Eightify</a:t>
            </a:r>
            <a:r>
              <a:rPr lang="en-US" sz="2200" dirty="0" smtClean="0"/>
              <a:t>: </a:t>
            </a:r>
            <a:r>
              <a:rPr lang="en-IN" sz="2200" dirty="0" smtClean="0"/>
              <a:t>Can sometimes oversimplify content, leading to loss of important information. Also, it may not handle videos in languages other than English effectively.</a:t>
            </a:r>
            <a:endParaRPr lang="en-US" sz="2200" dirty="0" smtClean="0"/>
          </a:p>
          <a:p>
            <a:pPr>
              <a:buNone/>
            </a:pPr>
            <a:endParaRPr lang="en-US" sz="2200" dirty="0" smtClean="0"/>
          </a:p>
          <a:p>
            <a:r>
              <a:rPr lang="en-US" sz="2200" b="1" dirty="0" smtClean="0"/>
              <a:t>5. </a:t>
            </a:r>
            <a:r>
              <a:rPr lang="en-US" sz="2200" b="1" dirty="0" err="1" smtClean="0"/>
              <a:t>Youtubesummarizer.tech</a:t>
            </a:r>
            <a:r>
              <a:rPr lang="en-US" sz="2200" dirty="0" smtClean="0"/>
              <a:t>: </a:t>
            </a:r>
            <a:r>
              <a:rPr lang="en-IN" sz="2200" dirty="0" smtClean="0"/>
              <a:t>May struggle with videos that have poor audio quality or heavy accents, leading to inaccurate transcripts and summaries</a:t>
            </a:r>
            <a:r>
              <a:rPr lang="en-US" sz="2200" dirty="0" smtClean="0"/>
              <a:t>.</a:t>
            </a:r>
            <a:endParaRPr lang="en-US" sz="2200" dirty="0"/>
          </a:p>
        </p:txBody>
      </p:sp>
      <p:sp>
        <p:nvSpPr>
          <p:cNvPr id="169" name="Google Shape;169;p23"/>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Requirement Analysis</a:t>
            </a:r>
            <a:endParaRPr dirty="0"/>
          </a:p>
        </p:txBody>
      </p:sp>
      <p:sp>
        <p:nvSpPr>
          <p:cNvPr id="183" name="Google Shape;183;p25"/>
          <p:cNvSpPr txBox="1">
            <a:spLocks noGrp="1"/>
          </p:cNvSpPr>
          <p:nvPr>
            <p:ph type="body" idx="1"/>
          </p:nvPr>
        </p:nvSpPr>
        <p:spPr>
          <a:xfrm>
            <a:off x="67641" y="1418446"/>
            <a:ext cx="11874323" cy="5340163"/>
          </a:xfrm>
          <a:prstGeom prst="rect">
            <a:avLst/>
          </a:prstGeom>
          <a:noFill/>
          <a:ln>
            <a:noFill/>
          </a:ln>
        </p:spPr>
        <p:txBody>
          <a:bodyPr spcFirstLastPara="1" wrap="square" lIns="91425" tIns="45700" rIns="91425" bIns="45700" anchor="t" anchorCtr="0">
            <a:normAutofit lnSpcReduction="10000"/>
          </a:bodyPr>
          <a:lstStyle/>
          <a:p>
            <a:r>
              <a:rPr lang="en-US" sz="2400" b="1" dirty="0" smtClean="0"/>
              <a:t>Data: </a:t>
            </a:r>
            <a:r>
              <a:rPr lang="en-US" sz="2400" dirty="0" smtClean="0"/>
              <a:t>Use of correct data for making accurate predictions. </a:t>
            </a:r>
          </a:p>
          <a:p>
            <a:pPr>
              <a:buNone/>
            </a:pPr>
            <a:r>
              <a:rPr lang="en-US" sz="2400" dirty="0" smtClean="0"/>
              <a:t> </a:t>
            </a:r>
          </a:p>
          <a:p>
            <a:r>
              <a:rPr lang="en-US" sz="2400" b="1" dirty="0" smtClean="0"/>
              <a:t>Real-time predictions: </a:t>
            </a:r>
            <a:r>
              <a:rPr lang="en-US" sz="2400" dirty="0" smtClean="0"/>
              <a:t>The ability to predict in real-time or near real-time.</a:t>
            </a:r>
          </a:p>
          <a:p>
            <a:pPr>
              <a:buNone/>
            </a:pPr>
            <a:r>
              <a:rPr lang="en-US" sz="2400" dirty="0" smtClean="0"/>
              <a:t> </a:t>
            </a:r>
          </a:p>
          <a:p>
            <a:r>
              <a:rPr lang="en-US" sz="2400" b="1" dirty="0" smtClean="0"/>
              <a:t>Accuracy: </a:t>
            </a:r>
            <a:r>
              <a:rPr lang="en-US" sz="2400" dirty="0" smtClean="0"/>
              <a:t>High accuracy of predictions, based on validated predictions.</a:t>
            </a:r>
          </a:p>
          <a:p>
            <a:pPr>
              <a:buNone/>
            </a:pPr>
            <a:r>
              <a:rPr lang="en-US" sz="2400" dirty="0" smtClean="0"/>
              <a:t> </a:t>
            </a:r>
          </a:p>
          <a:p>
            <a:r>
              <a:rPr lang="en-US" sz="2400" b="1" dirty="0" smtClean="0"/>
              <a:t>User-friendly Interface: </a:t>
            </a:r>
            <a:r>
              <a:rPr lang="en-US" sz="2400" dirty="0" smtClean="0"/>
              <a:t>An user-friendly designs that allows the users to easily access and interpret the predictions. </a:t>
            </a:r>
          </a:p>
          <a:p>
            <a:pPr>
              <a:buNone/>
            </a:pPr>
            <a:endParaRPr lang="en-US" sz="2400" dirty="0" smtClean="0"/>
          </a:p>
          <a:p>
            <a:r>
              <a:rPr lang="en-US" sz="2400" b="1" dirty="0" smtClean="0"/>
              <a:t>Historical data: </a:t>
            </a:r>
            <a:r>
              <a:rPr lang="en-US" sz="2400" dirty="0" smtClean="0"/>
              <a:t>Access to past results and trends to help users understand the patterns that lead to forest fires.</a:t>
            </a:r>
          </a:p>
          <a:p>
            <a:pPr>
              <a:buNone/>
            </a:pPr>
            <a:endParaRPr lang="en-US" sz="2400" dirty="0" smtClean="0"/>
          </a:p>
          <a:p>
            <a:r>
              <a:rPr lang="en-US" sz="2400" b="1" dirty="0" smtClean="0"/>
              <a:t>User Feedback and Support: </a:t>
            </a:r>
            <a:r>
              <a:rPr lang="en-US" sz="2400" dirty="0" smtClean="0"/>
              <a:t>Access to user support and the ability to provide feedback to improve the accuracy of the predictions.</a:t>
            </a:r>
            <a:endParaRPr lang="en-IN" sz="2400" dirty="0"/>
          </a:p>
        </p:txBody>
      </p:sp>
      <p:sp>
        <p:nvSpPr>
          <p:cNvPr id="185" name="Google Shape;185;p25"/>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6"/>
          <p:cNvSpPr txBox="1">
            <a:spLocks noGrp="1"/>
          </p:cNvSpPr>
          <p:nvPr>
            <p:ph type="title"/>
          </p:nvPr>
        </p:nvSpPr>
        <p:spPr>
          <a:xfrm>
            <a:off x="154546" y="0"/>
            <a:ext cx="11874322" cy="130076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Calibri"/>
              <a:buNone/>
            </a:pPr>
            <a:r>
              <a:rPr lang="en-US" dirty="0"/>
              <a:t>Solution Proposed</a:t>
            </a:r>
            <a:endParaRPr dirty="0"/>
          </a:p>
        </p:txBody>
      </p:sp>
      <p:sp>
        <p:nvSpPr>
          <p:cNvPr id="192" name="Google Shape;192;p26"/>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sp>
        <p:nvSpPr>
          <p:cNvPr id="6" name="Text Placeholder 5"/>
          <p:cNvSpPr>
            <a:spLocks noGrp="1"/>
          </p:cNvSpPr>
          <p:nvPr>
            <p:ph type="body" idx="1"/>
          </p:nvPr>
        </p:nvSpPr>
        <p:spPr>
          <a:xfrm>
            <a:off x="52651" y="1478406"/>
            <a:ext cx="11846859" cy="4907403"/>
          </a:xfrm>
        </p:spPr>
        <p:txBody>
          <a:bodyPr/>
          <a:lstStyle/>
          <a:p>
            <a:pPr marL="120650" indent="-6350">
              <a:buNone/>
            </a:pPr>
            <a:r>
              <a:rPr lang="en-US" sz="2400" dirty="0" smtClean="0"/>
              <a:t>The proposed solution for this project is a web-based application that will allow users to summarize the YouTube video </a:t>
            </a:r>
            <a:r>
              <a:rPr lang="en-US" sz="2400" dirty="0" err="1" smtClean="0"/>
              <a:t>transcipts</a:t>
            </a:r>
            <a:r>
              <a:rPr lang="en-US" sz="2400" dirty="0" smtClean="0"/>
              <a:t>. </a:t>
            </a:r>
          </a:p>
          <a:p>
            <a:pPr>
              <a:buNone/>
            </a:pPr>
            <a:endParaRPr lang="en-US" sz="2400" dirty="0" smtClean="0"/>
          </a:p>
          <a:p>
            <a:r>
              <a:rPr lang="en-US" sz="2400" dirty="0" smtClean="0"/>
              <a:t>The application will use a variety of libraries and frameworks, such as HTML, CSS, Python, Flask, </a:t>
            </a:r>
            <a:r>
              <a:rPr lang="en-US" sz="2400" dirty="0" err="1" smtClean="0"/>
              <a:t>MySQL</a:t>
            </a:r>
            <a:r>
              <a:rPr lang="en-US" sz="2400" dirty="0" smtClean="0"/>
              <a:t>, </a:t>
            </a:r>
            <a:r>
              <a:rPr lang="en-US" sz="2400" dirty="0" err="1" smtClean="0"/>
              <a:t>numpy</a:t>
            </a:r>
            <a:r>
              <a:rPr lang="en-US" sz="2400" dirty="0" smtClean="0"/>
              <a:t>, pandas, </a:t>
            </a:r>
            <a:r>
              <a:rPr lang="en-US" sz="2400" dirty="0" err="1" smtClean="0"/>
              <a:t>scikit</a:t>
            </a:r>
            <a:r>
              <a:rPr lang="en-US" sz="2400" dirty="0" smtClean="0"/>
              <a:t>-learn, </a:t>
            </a:r>
            <a:r>
              <a:rPr lang="en-US" sz="2400" dirty="0" err="1" smtClean="0"/>
              <a:t>tensorflow</a:t>
            </a:r>
            <a:r>
              <a:rPr lang="en-US" sz="2400" dirty="0" smtClean="0"/>
              <a:t> and NLP technologies like transformers for creating pipelines for summarization.</a:t>
            </a:r>
          </a:p>
          <a:p>
            <a:pPr>
              <a:buNone/>
            </a:pPr>
            <a:endParaRPr lang="en-US" sz="2400" dirty="0" smtClean="0"/>
          </a:p>
          <a:p>
            <a:r>
              <a:rPr lang="en-US" sz="2400" dirty="0" smtClean="0"/>
              <a:t>The application will also provide a user-friendly interface that will allow users to summarize the video by simply providing the URL of the corresponding video and the rest will be done by the system.</a:t>
            </a:r>
            <a:endParaRPr lang="en-US" sz="2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8403BC-D536-B37A-09C1-61B0B47E00FD}"/>
              </a:ext>
            </a:extLst>
          </p:cNvPr>
          <p:cNvSpPr>
            <a:spLocks noGrp="1"/>
          </p:cNvSpPr>
          <p:nvPr>
            <p:ph type="title"/>
          </p:nvPr>
        </p:nvSpPr>
        <p:spPr/>
        <p:txBody>
          <a:bodyPr/>
          <a:lstStyle/>
          <a:p>
            <a:r>
              <a:rPr lang="en-IN" dirty="0"/>
              <a:t>Outcome Discussion</a:t>
            </a:r>
          </a:p>
        </p:txBody>
      </p:sp>
      <p:sp>
        <p:nvSpPr>
          <p:cNvPr id="3" name="Slide Number Placeholder 2">
            <a:extLst>
              <a:ext uri="{FF2B5EF4-FFF2-40B4-BE49-F238E27FC236}">
                <a16:creationId xmlns="" xmlns:a16="http://schemas.microsoft.com/office/drawing/2014/main" id="{8CB4EEA4-49E3-DE87-4163-CBABFEFE24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
        <p:nvSpPr>
          <p:cNvPr id="5" name="Rectangle 1">
            <a:extLst>
              <a:ext uri="{FF2B5EF4-FFF2-40B4-BE49-F238E27FC236}">
                <a16:creationId xmlns="" xmlns:a16="http://schemas.microsoft.com/office/drawing/2014/main" id="{D19D720E-678F-B529-2308-7C4D26C22959}"/>
              </a:ext>
            </a:extLst>
          </p:cNvPr>
          <p:cNvSpPr>
            <a:spLocks noGrp="1" noChangeArrowheads="1"/>
          </p:cNvSpPr>
          <p:nvPr>
            <p:ph type="body" idx="1"/>
          </p:nvPr>
        </p:nvSpPr>
        <p:spPr bwMode="auto">
          <a:xfrm>
            <a:off x="44139" y="1139258"/>
            <a:ext cx="11803091" cy="53717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a:r>
              <a:rPr lang="en-IN" sz="2400" b="1" dirty="0" smtClean="0"/>
              <a:t>Students and Researchers</a:t>
            </a:r>
            <a:r>
              <a:rPr lang="en-IN" sz="2400" dirty="0" smtClean="0"/>
              <a:t>: A transcript summarizer can help students and researchers quickly review long educational videos, lectures, or webinars by extracting key information. It can condense hours of content into concise summaries, making it easier to study or reference material.</a:t>
            </a:r>
          </a:p>
          <a:p>
            <a:r>
              <a:rPr lang="en-IN" sz="2400" b="1" dirty="0" smtClean="0"/>
              <a:t>Business Meetings and Webinars</a:t>
            </a:r>
            <a:r>
              <a:rPr lang="en-IN" sz="2400" dirty="0" smtClean="0"/>
              <a:t>: Professionals can use a YouTube transcript summarizer to review recorded meetings, webinars, or training sessions. It enables them to extract key takeaways or action points from long discussions without having to </a:t>
            </a:r>
            <a:r>
              <a:rPr lang="en-IN" sz="2400" dirty="0" err="1" smtClean="0"/>
              <a:t>rewatch</a:t>
            </a:r>
            <a:r>
              <a:rPr lang="en-IN" sz="2400" dirty="0" smtClean="0"/>
              <a:t> the entire meeting.</a:t>
            </a:r>
            <a:endParaRPr lang="en-US" sz="2400" dirty="0" smtClean="0"/>
          </a:p>
          <a:p>
            <a:r>
              <a:rPr lang="en-IN" sz="2400" b="1" dirty="0" smtClean="0"/>
              <a:t>SEO and Metadata Generation</a:t>
            </a:r>
            <a:r>
              <a:rPr lang="en-IN" sz="2400" dirty="0" smtClean="0"/>
              <a:t>: A YouTube summarizer can help content marketers generate SEO-friendly descriptions, tags, and metadata based on the summarized content, improving video discoverability.</a:t>
            </a:r>
            <a:endParaRPr lang="en-US" sz="2400" dirty="0" smtClean="0"/>
          </a:p>
          <a:p>
            <a:r>
              <a:rPr lang="en-IN" sz="2400" b="1" dirty="0" smtClean="0"/>
              <a:t>Video Browsing</a:t>
            </a:r>
            <a:r>
              <a:rPr lang="en-IN" sz="2400" dirty="0" smtClean="0"/>
              <a:t>: Instead of watching long videos to determine their relevance, users can read brief summaries to decide if the video content is worth watching. This is useful for researchers, professionals, and casual viewers alike who want to maximize their time.</a:t>
            </a:r>
            <a:endParaRPr lang="en-US" sz="2400" dirty="0" smtClean="0"/>
          </a:p>
        </p:txBody>
      </p:sp>
    </p:spTree>
    <p:extLst>
      <p:ext uri="{BB962C8B-B14F-4D97-AF65-F5344CB8AC3E}">
        <p14:creationId xmlns="" xmlns:p14="http://schemas.microsoft.com/office/powerpoint/2010/main" val="138568123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C02234-02E3-C531-9676-B005F0D5C52E}"/>
              </a:ext>
            </a:extLst>
          </p:cNvPr>
          <p:cNvSpPr>
            <a:spLocks noGrp="1"/>
          </p:cNvSpPr>
          <p:nvPr>
            <p:ph type="title"/>
          </p:nvPr>
        </p:nvSpPr>
        <p:spPr>
          <a:xfrm>
            <a:off x="145107" y="117681"/>
            <a:ext cx="11874322" cy="1300766"/>
          </a:xfrm>
        </p:spPr>
        <p:txBody>
          <a:bodyPr/>
          <a:lstStyle/>
          <a:p>
            <a:r>
              <a:rPr lang="en-IN" dirty="0"/>
              <a:t>Block Diagram</a:t>
            </a:r>
          </a:p>
        </p:txBody>
      </p:sp>
      <p:sp>
        <p:nvSpPr>
          <p:cNvPr id="3" name="Slide Number Placeholder 2">
            <a:extLst>
              <a:ext uri="{FF2B5EF4-FFF2-40B4-BE49-F238E27FC236}">
                <a16:creationId xmlns:a16="http://schemas.microsoft.com/office/drawing/2014/main" xmlns="" id="{9B90EBD5-CAD5-8DC0-1A0C-1DBC0E14BE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7" name="AutoShape 6">
            <a:extLst>
              <a:ext uri="{FF2B5EF4-FFF2-40B4-BE49-F238E27FC236}">
                <a16:creationId xmlns:a16="http://schemas.microsoft.com/office/drawing/2014/main" xmlns="" id="{ACF12B4C-3B7C-166B-1A64-4B86D0CC9410}"/>
              </a:ext>
            </a:extLst>
          </p:cNvPr>
          <p:cNvSpPr>
            <a:spLocks noChangeAspect="1" noChangeArrowheads="1"/>
          </p:cNvSpPr>
          <p:nvPr/>
        </p:nvSpPr>
        <p:spPr bwMode="auto">
          <a:xfrm>
            <a:off x="2246243" y="-420757"/>
            <a:ext cx="4154557" cy="4154557"/>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descr="Screenshot (734).png"/>
          <p:cNvPicPr/>
          <p:nvPr/>
        </p:nvPicPr>
        <p:blipFill>
          <a:blip r:embed="rId2"/>
          <a:stretch>
            <a:fillRect/>
          </a:stretch>
        </p:blipFill>
        <p:spPr>
          <a:xfrm>
            <a:off x="4270597" y="1442058"/>
            <a:ext cx="3650806" cy="5083144"/>
          </a:xfrm>
          <a:prstGeom prst="rect">
            <a:avLst/>
          </a:prstGeom>
        </p:spPr>
      </p:pic>
    </p:spTree>
    <p:extLst>
      <p:ext uri="{BB962C8B-B14F-4D97-AF65-F5344CB8AC3E}">
        <p14:creationId xmlns:p14="http://schemas.microsoft.com/office/powerpoint/2010/main" xmlns="" val="21223403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Hardware Requirements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4" name="Text Placeholder 3">
            <a:extLst>
              <a:ext uri="{FF2B5EF4-FFF2-40B4-BE49-F238E27FC236}">
                <a16:creationId xmlns:a16="http://schemas.microsoft.com/office/drawing/2014/main" xmlns="" id="{4354653C-746F-FE85-EB46-FE56AC02C1C1}"/>
              </a:ext>
            </a:extLst>
          </p:cNvPr>
          <p:cNvSpPr>
            <a:spLocks noGrp="1"/>
          </p:cNvSpPr>
          <p:nvPr>
            <p:ph type="body" idx="1"/>
          </p:nvPr>
        </p:nvSpPr>
        <p:spPr>
          <a:xfrm>
            <a:off x="22671" y="1418447"/>
            <a:ext cx="11846859" cy="4247835"/>
          </a:xfrm>
        </p:spPr>
        <p:txBody>
          <a:bodyPr>
            <a:normAutofit/>
          </a:bodyPr>
          <a:lstStyle/>
          <a:p>
            <a:pPr>
              <a:lnSpc>
                <a:spcPct val="150000"/>
              </a:lnSpc>
            </a:pPr>
            <a:r>
              <a:rPr lang="en-US" sz="2600" dirty="0" smtClean="0"/>
              <a:t>Processor</a:t>
            </a:r>
            <a:r>
              <a:rPr lang="en-US" sz="2600" dirty="0" smtClean="0"/>
              <a:t>: At least 1GHz of processing speed.</a:t>
            </a:r>
          </a:p>
          <a:p>
            <a:pPr>
              <a:lnSpc>
                <a:spcPct val="150000"/>
              </a:lnSpc>
            </a:pPr>
            <a:r>
              <a:rPr lang="en-US" sz="2600" dirty="0" smtClean="0"/>
              <a:t>Memory</a:t>
            </a:r>
            <a:r>
              <a:rPr lang="en-US" sz="2600" dirty="0" smtClean="0"/>
              <a:t>: At least 1GB of RAM. </a:t>
            </a:r>
          </a:p>
          <a:p>
            <a:pPr>
              <a:lnSpc>
                <a:spcPct val="150000"/>
              </a:lnSpc>
            </a:pPr>
            <a:r>
              <a:rPr lang="en-US" sz="2600" dirty="0" smtClean="0"/>
              <a:t>Storage</a:t>
            </a:r>
            <a:r>
              <a:rPr lang="en-US" sz="2600" dirty="0" smtClean="0"/>
              <a:t>: At least 5GB of Hard disk or similar storage device used.</a:t>
            </a:r>
          </a:p>
          <a:p>
            <a:pPr>
              <a:lnSpc>
                <a:spcPct val="150000"/>
              </a:lnSpc>
            </a:pPr>
            <a:r>
              <a:rPr lang="en-US" sz="2600" dirty="0" smtClean="0"/>
              <a:t>GPU</a:t>
            </a:r>
            <a:r>
              <a:rPr lang="en-US" sz="2600" dirty="0" smtClean="0"/>
              <a:t>: Any integrated GPU with 128MB of memory or more.</a:t>
            </a:r>
          </a:p>
          <a:p>
            <a:pPr>
              <a:lnSpc>
                <a:spcPct val="150000"/>
              </a:lnSpc>
            </a:pPr>
            <a:r>
              <a:rPr lang="en-US" sz="2600" dirty="0" smtClean="0"/>
              <a:t>Display</a:t>
            </a:r>
            <a:r>
              <a:rPr lang="en-US" sz="2600" dirty="0" smtClean="0"/>
              <a:t>: A screen with at least a resolution of 1280x720 pixels.</a:t>
            </a:r>
          </a:p>
          <a:p>
            <a:pPr>
              <a:lnSpc>
                <a:spcPct val="150000"/>
              </a:lnSpc>
            </a:pPr>
            <a:r>
              <a:rPr lang="en-US" sz="2600" dirty="0" smtClean="0"/>
              <a:t>A </a:t>
            </a:r>
            <a:r>
              <a:rPr lang="en-US" sz="2600" dirty="0" smtClean="0"/>
              <a:t>stable Internet Connection with at least 1mbps of speed.</a:t>
            </a:r>
          </a:p>
          <a:p>
            <a:endParaRPr lang="en-US" sz="2600" dirty="0" smtClean="0"/>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Software Requirements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
        <p:nvSpPr>
          <p:cNvPr id="4" name="Text Placeholder 3">
            <a:extLst>
              <a:ext uri="{FF2B5EF4-FFF2-40B4-BE49-F238E27FC236}">
                <a16:creationId xmlns:a16="http://schemas.microsoft.com/office/drawing/2014/main" xmlns="" id="{4354653C-746F-FE85-EB46-FE56AC02C1C1}"/>
              </a:ext>
            </a:extLst>
          </p:cNvPr>
          <p:cNvSpPr>
            <a:spLocks noGrp="1"/>
          </p:cNvSpPr>
          <p:nvPr>
            <p:ph type="body" idx="1"/>
          </p:nvPr>
        </p:nvSpPr>
        <p:spPr>
          <a:xfrm>
            <a:off x="22671" y="1418446"/>
            <a:ext cx="11846859" cy="3363415"/>
          </a:xfrm>
        </p:spPr>
        <p:txBody>
          <a:bodyPr>
            <a:normAutofit/>
          </a:bodyPr>
          <a:lstStyle/>
          <a:p>
            <a:pPr>
              <a:lnSpc>
                <a:spcPct val="150000"/>
              </a:lnSpc>
            </a:pPr>
            <a:r>
              <a:rPr lang="en-US" sz="2600" dirty="0" smtClean="0"/>
              <a:t>OS</a:t>
            </a:r>
            <a:r>
              <a:rPr lang="en-US" sz="2600" dirty="0" smtClean="0"/>
              <a:t>: Windows 7, Mac OS 10.x or higher.</a:t>
            </a:r>
          </a:p>
          <a:p>
            <a:pPr>
              <a:lnSpc>
                <a:spcPct val="150000"/>
              </a:lnSpc>
            </a:pPr>
            <a:r>
              <a:rPr lang="en-US" sz="2600" dirty="0" smtClean="0"/>
              <a:t>Language</a:t>
            </a:r>
            <a:r>
              <a:rPr lang="en-US" sz="2600" dirty="0" smtClean="0"/>
              <a:t>: Python 3.x .</a:t>
            </a:r>
          </a:p>
          <a:p>
            <a:pPr>
              <a:lnSpc>
                <a:spcPct val="150000"/>
              </a:lnSpc>
            </a:pPr>
            <a:r>
              <a:rPr lang="en-US" sz="2600" dirty="0" smtClean="0"/>
              <a:t>IDE</a:t>
            </a:r>
            <a:r>
              <a:rPr lang="en-US" sz="2600" dirty="0" smtClean="0"/>
              <a:t>: Google </a:t>
            </a:r>
            <a:r>
              <a:rPr lang="en-US" sz="2600" dirty="0" err="1" smtClean="0"/>
              <a:t>Colab</a:t>
            </a:r>
            <a:r>
              <a:rPr lang="en-US" sz="2600" dirty="0" smtClean="0"/>
              <a:t> or </a:t>
            </a:r>
            <a:r>
              <a:rPr lang="en-US" sz="2600" dirty="0" err="1" smtClean="0"/>
              <a:t>Jupyter</a:t>
            </a:r>
            <a:r>
              <a:rPr lang="en-US" sz="2600" dirty="0" smtClean="0"/>
              <a:t> Notebook.</a:t>
            </a:r>
          </a:p>
          <a:p>
            <a:pPr>
              <a:lnSpc>
                <a:spcPct val="150000"/>
              </a:lnSpc>
            </a:pPr>
            <a:r>
              <a:rPr lang="en-US" sz="2600" dirty="0" smtClean="0"/>
              <a:t>Browser</a:t>
            </a:r>
            <a:r>
              <a:rPr lang="en-US" sz="2600" dirty="0" smtClean="0"/>
              <a:t>: latest version of Chrome, Mozilla, Safari or Opera</a:t>
            </a:r>
            <a:r>
              <a:rPr lang="en-US" sz="2600" dirty="0" smtClean="0"/>
              <a:t>.</a:t>
            </a:r>
            <a:endParaRPr lang="en-US" sz="2600" dirty="0" smtClean="0"/>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esults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pic>
        <p:nvPicPr>
          <p:cNvPr id="5" name="Picture 4" descr="Screenshot (711).png"/>
          <p:cNvPicPr/>
          <p:nvPr/>
        </p:nvPicPr>
        <p:blipFill>
          <a:blip r:embed="rId2"/>
          <a:stretch>
            <a:fillRect/>
          </a:stretch>
        </p:blipFill>
        <p:spPr>
          <a:xfrm>
            <a:off x="2780289" y="1663906"/>
            <a:ext cx="6631423" cy="3751107"/>
          </a:xfrm>
          <a:prstGeom prst="rect">
            <a:avLst/>
          </a:prstGeom>
        </p:spPr>
      </p:pic>
      <p:sp>
        <p:nvSpPr>
          <p:cNvPr id="6" name="Rectangle 5"/>
          <p:cNvSpPr/>
          <p:nvPr/>
        </p:nvSpPr>
        <p:spPr>
          <a:xfrm>
            <a:off x="5460249" y="5613577"/>
            <a:ext cx="1271502" cy="369332"/>
          </a:xfrm>
          <a:prstGeom prst="rect">
            <a:avLst/>
          </a:prstGeom>
        </p:spPr>
        <p:txBody>
          <a:bodyPr wrap="none">
            <a:spAutoFit/>
          </a:bodyPr>
          <a:lstStyle/>
          <a:p>
            <a:r>
              <a:rPr lang="en-US" sz="1800" b="1" dirty="0" smtClean="0">
                <a:latin typeface="Calibri" pitchFamily="34" charset="0"/>
              </a:rPr>
              <a:t>Home page</a:t>
            </a:r>
            <a:endParaRPr lang="en-US" sz="1800" dirty="0">
              <a:latin typeface="Calibri" pitchFamily="34" charset="0"/>
            </a:endParaRPr>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esults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
        <p:nvSpPr>
          <p:cNvPr id="6" name="Rectangle 5"/>
          <p:cNvSpPr/>
          <p:nvPr/>
        </p:nvSpPr>
        <p:spPr>
          <a:xfrm>
            <a:off x="5491508" y="5613577"/>
            <a:ext cx="1208985" cy="369332"/>
          </a:xfrm>
          <a:prstGeom prst="rect">
            <a:avLst/>
          </a:prstGeom>
        </p:spPr>
        <p:txBody>
          <a:bodyPr wrap="none">
            <a:spAutoFit/>
          </a:bodyPr>
          <a:lstStyle/>
          <a:p>
            <a:r>
              <a:rPr lang="en-US" sz="1800" b="1" dirty="0" smtClean="0">
                <a:latin typeface="Calibri" pitchFamily="34" charset="0"/>
              </a:rPr>
              <a:t>Login </a:t>
            </a:r>
            <a:r>
              <a:rPr lang="en-US" sz="1800" b="1" dirty="0" smtClean="0">
                <a:latin typeface="Calibri" pitchFamily="34" charset="0"/>
              </a:rPr>
              <a:t>page</a:t>
            </a:r>
            <a:endParaRPr lang="en-US" sz="1800" dirty="0">
              <a:latin typeface="Calibri" pitchFamily="34" charset="0"/>
            </a:endParaRPr>
          </a:p>
        </p:txBody>
      </p:sp>
      <p:pic>
        <p:nvPicPr>
          <p:cNvPr id="7" name="Picture 6" descr="Screenshot (713).png"/>
          <p:cNvPicPr/>
          <p:nvPr/>
        </p:nvPicPr>
        <p:blipFill>
          <a:blip r:embed="rId2"/>
          <a:stretch>
            <a:fillRect/>
          </a:stretch>
        </p:blipFill>
        <p:spPr>
          <a:xfrm>
            <a:off x="2597692" y="1693889"/>
            <a:ext cx="6996617" cy="3627619"/>
          </a:xfrm>
          <a:prstGeom prst="rect">
            <a:avLst/>
          </a:prstGeom>
        </p:spPr>
      </p:pic>
    </p:spTree>
    <p:extLst>
      <p:ext uri="{BB962C8B-B14F-4D97-AF65-F5344CB8AC3E}">
        <p14:creationId xmlns:p14="http://schemas.microsoft.com/office/powerpoint/2010/main" xmlns="" val="8303406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esults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
        <p:nvSpPr>
          <p:cNvPr id="6" name="Rectangle 5"/>
          <p:cNvSpPr/>
          <p:nvPr/>
        </p:nvSpPr>
        <p:spPr>
          <a:xfrm>
            <a:off x="5424181" y="5613577"/>
            <a:ext cx="1343638" cy="369332"/>
          </a:xfrm>
          <a:prstGeom prst="rect">
            <a:avLst/>
          </a:prstGeom>
        </p:spPr>
        <p:txBody>
          <a:bodyPr wrap="none">
            <a:spAutoFit/>
          </a:bodyPr>
          <a:lstStyle/>
          <a:p>
            <a:r>
              <a:rPr lang="en-US" sz="1800" b="1" dirty="0" smtClean="0">
                <a:latin typeface="Calibri" pitchFamily="34" charset="0"/>
              </a:rPr>
              <a:t>Signup </a:t>
            </a:r>
            <a:r>
              <a:rPr lang="en-US" sz="1800" b="1" dirty="0" smtClean="0">
                <a:latin typeface="Calibri" pitchFamily="34" charset="0"/>
              </a:rPr>
              <a:t>page</a:t>
            </a:r>
            <a:endParaRPr lang="en-US" sz="1800" dirty="0">
              <a:latin typeface="Calibri" pitchFamily="34" charset="0"/>
            </a:endParaRPr>
          </a:p>
        </p:txBody>
      </p:sp>
      <p:pic>
        <p:nvPicPr>
          <p:cNvPr id="7" name="Picture 6" descr="Screenshot (713).png"/>
          <p:cNvPicPr/>
          <p:nvPr/>
        </p:nvPicPr>
        <p:blipFill>
          <a:blip r:embed="rId2"/>
          <a:stretch>
            <a:fillRect/>
          </a:stretch>
        </p:blipFill>
        <p:spPr>
          <a:xfrm>
            <a:off x="2597692" y="1693889"/>
            <a:ext cx="6996617" cy="3627619"/>
          </a:xfrm>
          <a:prstGeom prst="rect">
            <a:avLst/>
          </a:prstGeom>
        </p:spPr>
      </p:pic>
      <p:pic>
        <p:nvPicPr>
          <p:cNvPr id="8" name="Picture 7" descr="Screenshot (714).png"/>
          <p:cNvPicPr/>
          <p:nvPr/>
        </p:nvPicPr>
        <p:blipFill>
          <a:blip r:embed="rId3"/>
          <a:stretch>
            <a:fillRect/>
          </a:stretch>
        </p:blipFill>
        <p:spPr>
          <a:xfrm>
            <a:off x="2604385" y="1696650"/>
            <a:ext cx="6989319" cy="3719790"/>
          </a:xfrm>
          <a:prstGeom prst="rect">
            <a:avLst/>
          </a:prstGeom>
        </p:spPr>
      </p:pic>
    </p:spTree>
    <p:extLst>
      <p:ext uri="{BB962C8B-B14F-4D97-AF65-F5344CB8AC3E}">
        <p14:creationId xmlns:p14="http://schemas.microsoft.com/office/powerpoint/2010/main" xmlns="" val="8303406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esults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
        <p:nvSpPr>
          <p:cNvPr id="6" name="Rectangle 5"/>
          <p:cNvSpPr/>
          <p:nvPr/>
        </p:nvSpPr>
        <p:spPr>
          <a:xfrm>
            <a:off x="5244645" y="5613577"/>
            <a:ext cx="1702710" cy="369332"/>
          </a:xfrm>
          <a:prstGeom prst="rect">
            <a:avLst/>
          </a:prstGeom>
        </p:spPr>
        <p:txBody>
          <a:bodyPr wrap="none">
            <a:spAutoFit/>
          </a:bodyPr>
          <a:lstStyle/>
          <a:p>
            <a:r>
              <a:rPr lang="en-US" sz="1800" b="1" dirty="0" smtClean="0">
                <a:latin typeface="Calibri" pitchFamily="34" charset="0"/>
              </a:rPr>
              <a:t>User Input page</a:t>
            </a:r>
            <a:endParaRPr lang="en-US" sz="1800" dirty="0">
              <a:latin typeface="Calibri" pitchFamily="34" charset="0"/>
            </a:endParaRPr>
          </a:p>
        </p:txBody>
      </p:sp>
      <p:pic>
        <p:nvPicPr>
          <p:cNvPr id="7" name="Picture 6" descr="Screenshot (713).png"/>
          <p:cNvPicPr/>
          <p:nvPr/>
        </p:nvPicPr>
        <p:blipFill>
          <a:blip r:embed="rId2"/>
          <a:stretch>
            <a:fillRect/>
          </a:stretch>
        </p:blipFill>
        <p:spPr>
          <a:xfrm>
            <a:off x="2597692" y="1693889"/>
            <a:ext cx="6996617" cy="3627619"/>
          </a:xfrm>
          <a:prstGeom prst="rect">
            <a:avLst/>
          </a:prstGeom>
        </p:spPr>
      </p:pic>
      <p:pic>
        <p:nvPicPr>
          <p:cNvPr id="8" name="Picture 7" descr="Screenshot (714).png"/>
          <p:cNvPicPr/>
          <p:nvPr/>
        </p:nvPicPr>
        <p:blipFill>
          <a:blip r:embed="rId3"/>
          <a:stretch>
            <a:fillRect/>
          </a:stretch>
        </p:blipFill>
        <p:spPr>
          <a:xfrm>
            <a:off x="2604385" y="1696650"/>
            <a:ext cx="6989319" cy="3719790"/>
          </a:xfrm>
          <a:prstGeom prst="rect">
            <a:avLst/>
          </a:prstGeom>
        </p:spPr>
      </p:pic>
      <p:pic>
        <p:nvPicPr>
          <p:cNvPr id="9" name="Picture 8" descr="Screenshot (715).png"/>
          <p:cNvPicPr/>
          <p:nvPr/>
        </p:nvPicPr>
        <p:blipFill>
          <a:blip r:embed="rId4"/>
          <a:stretch>
            <a:fillRect/>
          </a:stretch>
        </p:blipFill>
        <p:spPr>
          <a:xfrm>
            <a:off x="2606701" y="1696505"/>
            <a:ext cx="7001993" cy="3716283"/>
          </a:xfrm>
          <a:prstGeom prst="rect">
            <a:avLst/>
          </a:prstGeom>
        </p:spPr>
      </p:pic>
    </p:spTree>
    <p:extLst>
      <p:ext uri="{BB962C8B-B14F-4D97-AF65-F5344CB8AC3E}">
        <p14:creationId xmlns:p14="http://schemas.microsoft.com/office/powerpoint/2010/main" xmlns="" val="8303406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esults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
        <p:nvSpPr>
          <p:cNvPr id="6" name="Rectangle 5"/>
          <p:cNvSpPr/>
          <p:nvPr/>
        </p:nvSpPr>
        <p:spPr>
          <a:xfrm>
            <a:off x="5403342" y="5613577"/>
            <a:ext cx="1385316" cy="369332"/>
          </a:xfrm>
          <a:prstGeom prst="rect">
            <a:avLst/>
          </a:prstGeom>
        </p:spPr>
        <p:txBody>
          <a:bodyPr wrap="none">
            <a:spAutoFit/>
          </a:bodyPr>
          <a:lstStyle/>
          <a:p>
            <a:r>
              <a:rPr lang="en-US" sz="1800" b="1" dirty="0" smtClean="0">
                <a:latin typeface="Calibri" pitchFamily="34" charset="0"/>
              </a:rPr>
              <a:t>Output page</a:t>
            </a:r>
            <a:endParaRPr lang="en-US" sz="1800" dirty="0">
              <a:latin typeface="Calibri" pitchFamily="34" charset="0"/>
            </a:endParaRPr>
          </a:p>
        </p:txBody>
      </p:sp>
      <p:pic>
        <p:nvPicPr>
          <p:cNvPr id="7" name="Picture 6" descr="Screenshot (713).png"/>
          <p:cNvPicPr/>
          <p:nvPr/>
        </p:nvPicPr>
        <p:blipFill>
          <a:blip r:embed="rId2"/>
          <a:stretch>
            <a:fillRect/>
          </a:stretch>
        </p:blipFill>
        <p:spPr>
          <a:xfrm>
            <a:off x="2597692" y="1693889"/>
            <a:ext cx="6996617" cy="3627619"/>
          </a:xfrm>
          <a:prstGeom prst="rect">
            <a:avLst/>
          </a:prstGeom>
        </p:spPr>
      </p:pic>
      <p:pic>
        <p:nvPicPr>
          <p:cNvPr id="8" name="Picture 7" descr="Screenshot (714).png"/>
          <p:cNvPicPr/>
          <p:nvPr/>
        </p:nvPicPr>
        <p:blipFill>
          <a:blip r:embed="rId3"/>
          <a:stretch>
            <a:fillRect/>
          </a:stretch>
        </p:blipFill>
        <p:spPr>
          <a:xfrm>
            <a:off x="2604385" y="1696650"/>
            <a:ext cx="6989319" cy="3719790"/>
          </a:xfrm>
          <a:prstGeom prst="rect">
            <a:avLst/>
          </a:prstGeom>
        </p:spPr>
      </p:pic>
      <p:pic>
        <p:nvPicPr>
          <p:cNvPr id="9" name="Picture 8" descr="Screenshot (715).png"/>
          <p:cNvPicPr/>
          <p:nvPr/>
        </p:nvPicPr>
        <p:blipFill>
          <a:blip r:embed="rId4"/>
          <a:stretch>
            <a:fillRect/>
          </a:stretch>
        </p:blipFill>
        <p:spPr>
          <a:xfrm>
            <a:off x="2591711" y="1696505"/>
            <a:ext cx="7001993" cy="3716283"/>
          </a:xfrm>
          <a:prstGeom prst="rect">
            <a:avLst/>
          </a:prstGeom>
        </p:spPr>
      </p:pic>
      <p:pic>
        <p:nvPicPr>
          <p:cNvPr id="10" name="Picture 9" descr="Screenshot (716).png"/>
          <p:cNvPicPr/>
          <p:nvPr/>
        </p:nvPicPr>
        <p:blipFill>
          <a:blip r:embed="rId5"/>
          <a:srcRect b="5857"/>
          <a:stretch>
            <a:fillRect/>
          </a:stretch>
        </p:blipFill>
        <p:spPr>
          <a:xfrm>
            <a:off x="2587962" y="1701260"/>
            <a:ext cx="7016076" cy="3515317"/>
          </a:xfrm>
          <a:prstGeom prst="rect">
            <a:avLst/>
          </a:prstGeom>
          <a:effectLst/>
        </p:spPr>
      </p:pic>
    </p:spTree>
    <p:extLst>
      <p:ext uri="{BB962C8B-B14F-4D97-AF65-F5344CB8AC3E}">
        <p14:creationId xmlns:p14="http://schemas.microsoft.com/office/powerpoint/2010/main" xmlns="" val="8303406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a:t>Conclusion</a:t>
            </a:r>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sp>
        <p:nvSpPr>
          <p:cNvPr id="4" name="Text Placeholder 3">
            <a:extLst>
              <a:ext uri="{FF2B5EF4-FFF2-40B4-BE49-F238E27FC236}">
                <a16:creationId xmlns:a16="http://schemas.microsoft.com/office/drawing/2014/main" xmlns="" id="{4354653C-746F-FE85-EB46-FE56AC02C1C1}"/>
              </a:ext>
            </a:extLst>
          </p:cNvPr>
          <p:cNvSpPr>
            <a:spLocks noGrp="1"/>
          </p:cNvSpPr>
          <p:nvPr>
            <p:ph type="body" idx="1"/>
          </p:nvPr>
        </p:nvSpPr>
        <p:spPr>
          <a:xfrm>
            <a:off x="22671" y="1418447"/>
            <a:ext cx="11846859" cy="5112846"/>
          </a:xfrm>
        </p:spPr>
        <p:txBody>
          <a:bodyPr>
            <a:normAutofit/>
          </a:bodyPr>
          <a:lstStyle/>
          <a:p>
            <a:r>
              <a:rPr lang="en-US" sz="2600" dirty="0" smtClean="0"/>
              <a:t>The project offers substantial benefits for improving accessibility, efficiency, and engagement with video content. By enabling users to quickly access key insights from videos, the summarizer allows for more efficient content consumption, which is especially valuable given the volume of content uploaded daily. This tool supports users with hearing impairments, and individuals with limited time, making YouTube content more inclusive and user-friendly.</a:t>
            </a:r>
          </a:p>
          <a:p>
            <a:r>
              <a:rPr lang="en-US" sz="2600" dirty="0" smtClean="0"/>
              <a:t>For content creators and marketers, the summarizer provides valuable insights into trending topics and viewer preferences, enabling data-driven strategies and more targeted content planning. Additionally, by optimizing content for search engines with concise summaries, the summarizer enhances discoverability, helping creators reach broader audiences.</a:t>
            </a:r>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a:spLocks noGrp="1"/>
          </p:cNvSpPr>
          <p:nvPr>
            <p:ph type="title"/>
          </p:nvPr>
        </p:nvSpPr>
        <p:spPr>
          <a:xfrm>
            <a:off x="244486" y="0"/>
            <a:ext cx="11058097" cy="1300766"/>
          </a:xfrm>
          <a:prstGeom prst="rect">
            <a:avLst/>
          </a:prstGeom>
          <a:noFill/>
          <a:ln>
            <a:noFill/>
          </a:ln>
        </p:spPr>
        <p:txBody>
          <a:bodyPr spcFirstLastPara="1" wrap="square" lIns="91425" tIns="45700" rIns="91425" bIns="45700" anchor="b" anchorCtr="0">
            <a:normAutofit/>
          </a:bodyPr>
          <a:lstStyle/>
          <a:p>
            <a:pPr marL="0" lvl="0" indent="0" rtl="0">
              <a:spcBef>
                <a:spcPts val="0"/>
              </a:spcBef>
              <a:spcAft>
                <a:spcPts val="0"/>
              </a:spcAft>
              <a:buClr>
                <a:schemeClr val="lt1"/>
              </a:buClr>
              <a:buSzPts val="4400"/>
              <a:buFont typeface="Calibri"/>
              <a:buNone/>
            </a:pPr>
            <a:r>
              <a:rPr lang="en-US" dirty="0"/>
              <a:t>Acknowledgment</a:t>
            </a:r>
            <a:endParaRPr/>
          </a:p>
        </p:txBody>
      </p:sp>
      <p:sp>
        <p:nvSpPr>
          <p:cNvPr id="215" name="Google Shape;215;p29"/>
          <p:cNvSpPr txBox="1">
            <a:spLocks noGrp="1"/>
          </p:cNvSpPr>
          <p:nvPr>
            <p:ph type="body" idx="1"/>
          </p:nvPr>
        </p:nvSpPr>
        <p:spPr>
          <a:xfrm>
            <a:off x="112611" y="1418447"/>
            <a:ext cx="11846859" cy="5112846"/>
          </a:xfrm>
          <a:prstGeom prst="rect">
            <a:avLst/>
          </a:prstGeom>
          <a:noFill/>
          <a:ln>
            <a:noFill/>
          </a:ln>
        </p:spPr>
        <p:txBody>
          <a:bodyPr spcFirstLastPara="1" wrap="square" lIns="91425" tIns="45700" rIns="91425" bIns="45700" anchor="t" anchorCtr="0">
            <a:normAutofit/>
          </a:bodyPr>
          <a:lstStyle/>
          <a:p>
            <a:endParaRPr lang="en-US" sz="2400" b="0" i="0" dirty="0">
              <a:effectLst/>
              <a:latin typeface="Minion Pro"/>
            </a:endParaRPr>
          </a:p>
          <a:p>
            <a:pPr marL="114300" indent="0">
              <a:buNone/>
            </a:pPr>
            <a:r>
              <a:rPr lang="en-US" sz="2400" b="0" i="0" dirty="0">
                <a:effectLst/>
                <a:latin typeface="Calibri" pitchFamily="34" charset="0"/>
              </a:rPr>
              <a:t>We want to convey our heartfelt gratitude to Prof. </a:t>
            </a:r>
            <a:r>
              <a:rPr lang="en-US" sz="2400" b="0" i="0" dirty="0" err="1" smtClean="0">
                <a:effectLst/>
                <a:latin typeface="Calibri" pitchFamily="34" charset="0"/>
              </a:rPr>
              <a:t>Pawan</a:t>
            </a:r>
            <a:r>
              <a:rPr lang="en-US" sz="2400" b="0" i="0" dirty="0" smtClean="0">
                <a:effectLst/>
                <a:latin typeface="Calibri" pitchFamily="34" charset="0"/>
              </a:rPr>
              <a:t> </a:t>
            </a:r>
            <a:r>
              <a:rPr lang="en-US" sz="2400" b="0" i="0" dirty="0" err="1" smtClean="0">
                <a:effectLst/>
                <a:latin typeface="Calibri" pitchFamily="34" charset="0"/>
              </a:rPr>
              <a:t>Makhija</a:t>
            </a:r>
            <a:r>
              <a:rPr lang="en-US" sz="2400" b="0" i="0" dirty="0" smtClean="0">
                <a:effectLst/>
                <a:latin typeface="Calibri" pitchFamily="34" charset="0"/>
              </a:rPr>
              <a:t> sir, </a:t>
            </a:r>
            <a:r>
              <a:rPr lang="en-US" sz="2400" b="0" i="0" dirty="0">
                <a:effectLst/>
                <a:latin typeface="Calibri" pitchFamily="34" charset="0"/>
              </a:rPr>
              <a:t>our mentor, for his invaluable advice and assistance in completing </a:t>
            </a:r>
            <a:r>
              <a:rPr lang="en-US" sz="2400" b="0" i="0" dirty="0" smtClean="0">
                <a:effectLst/>
                <a:latin typeface="Calibri" pitchFamily="34" charset="0"/>
              </a:rPr>
              <a:t>our </a:t>
            </a:r>
            <a:r>
              <a:rPr lang="en-US" sz="2400" b="0" i="0" dirty="0">
                <a:effectLst/>
                <a:latin typeface="Calibri" pitchFamily="34" charset="0"/>
              </a:rPr>
              <a:t>project. He was there to assist </a:t>
            </a:r>
            <a:r>
              <a:rPr lang="en-US" sz="2400" dirty="0">
                <a:latin typeface="Calibri" pitchFamily="34" charset="0"/>
              </a:rPr>
              <a:t>us </a:t>
            </a:r>
            <a:r>
              <a:rPr lang="en-US" sz="2400" b="0" i="0" dirty="0">
                <a:effectLst/>
                <a:latin typeface="Calibri" pitchFamily="34" charset="0"/>
              </a:rPr>
              <a:t>every step of the way, and his motivation is what enabled us to accomplish our task effectively</a:t>
            </a:r>
            <a:r>
              <a:rPr lang="en-US" sz="2400" b="0" i="0" dirty="0" smtClean="0">
                <a:effectLst/>
                <a:latin typeface="Calibri" pitchFamily="34" charset="0"/>
              </a:rPr>
              <a:t>.</a:t>
            </a:r>
          </a:p>
          <a:p>
            <a:pPr marL="114300" indent="0">
              <a:buNone/>
            </a:pPr>
            <a:r>
              <a:rPr lang="en-US" sz="2400" dirty="0" smtClean="0">
                <a:latin typeface="Calibri" pitchFamily="34" charset="0"/>
              </a:rPr>
              <a:t>We are also thankful to our Project In-charge Prof. </a:t>
            </a:r>
            <a:r>
              <a:rPr lang="en-US" sz="2400" dirty="0" err="1" smtClean="0">
                <a:latin typeface="Calibri" pitchFamily="34" charset="0"/>
              </a:rPr>
              <a:t>Mayank</a:t>
            </a:r>
            <a:r>
              <a:rPr lang="en-US" sz="2400" dirty="0" smtClean="0">
                <a:latin typeface="Calibri" pitchFamily="34" charset="0"/>
              </a:rPr>
              <a:t> Bhatt sir, Project Coordinator Prof. Deepak Singh </a:t>
            </a:r>
            <a:r>
              <a:rPr lang="en-US" sz="2400" dirty="0" err="1" smtClean="0">
                <a:latin typeface="Calibri" pitchFamily="34" charset="0"/>
              </a:rPr>
              <a:t>Chauhan</a:t>
            </a:r>
            <a:r>
              <a:rPr lang="en-US" sz="2400" dirty="0" smtClean="0">
                <a:latin typeface="Calibri" pitchFamily="34" charset="0"/>
              </a:rPr>
              <a:t> sir </a:t>
            </a:r>
            <a:r>
              <a:rPr lang="en-US" sz="2400" dirty="0" smtClean="0"/>
              <a:t>and Prof. (Dr.) </a:t>
            </a:r>
            <a:r>
              <a:rPr lang="en-US" sz="2400" dirty="0" err="1" smtClean="0"/>
              <a:t>Prashant</a:t>
            </a:r>
            <a:r>
              <a:rPr lang="en-US" sz="2400" dirty="0" smtClean="0"/>
              <a:t> </a:t>
            </a:r>
            <a:r>
              <a:rPr lang="en-US" sz="2400" dirty="0" err="1" smtClean="0"/>
              <a:t>Lakkadwala</a:t>
            </a:r>
            <a:r>
              <a:rPr lang="en-US" sz="2400" dirty="0" smtClean="0"/>
              <a:t>, HOD sir</a:t>
            </a:r>
            <a:r>
              <a:rPr lang="en-US" sz="2400" dirty="0" smtClean="0">
                <a:latin typeface="Calibri" pitchFamily="34" charset="0"/>
              </a:rPr>
              <a:t> for his kind official support and encouragement.</a:t>
            </a:r>
            <a:r>
              <a:rPr lang="en-US" sz="2400" b="0" i="0" dirty="0" smtClean="0">
                <a:effectLst/>
                <a:latin typeface="Calibri" pitchFamily="34" charset="0"/>
              </a:rPr>
              <a:t> </a:t>
            </a:r>
            <a:r>
              <a:rPr lang="en-US" sz="2400" b="0" i="0" dirty="0">
                <a:solidFill>
                  <a:srgbClr val="000000"/>
                </a:solidFill>
                <a:effectLst/>
                <a:latin typeface="Calibri" pitchFamily="34" charset="0"/>
              </a:rPr>
              <a:t>Many thanks go to the all </a:t>
            </a:r>
            <a:r>
              <a:rPr lang="en-US" sz="2400" b="0" i="0" dirty="0" smtClean="0">
                <a:solidFill>
                  <a:srgbClr val="000000"/>
                </a:solidFill>
                <a:effectLst/>
                <a:latin typeface="Calibri" pitchFamily="34" charset="0"/>
              </a:rPr>
              <a:t>lecturers </a:t>
            </a:r>
            <a:r>
              <a:rPr lang="en-US" sz="2400" b="0" i="0" dirty="0">
                <a:solidFill>
                  <a:srgbClr val="000000"/>
                </a:solidFill>
                <a:effectLst/>
                <a:latin typeface="Calibri" pitchFamily="34" charset="0"/>
              </a:rPr>
              <a:t>and supervisors who have given their full effort in guiding the team in achieving the goal as well as their encouragement to maintain our progress in track.</a:t>
            </a:r>
          </a:p>
          <a:p>
            <a:pPr marL="228600" lvl="0" indent="-25400" rtl="0">
              <a:lnSpc>
                <a:spcPct val="90000"/>
              </a:lnSpc>
              <a:spcBef>
                <a:spcPts val="0"/>
              </a:spcBef>
              <a:spcAft>
                <a:spcPts val="0"/>
              </a:spcAft>
              <a:buSzPts val="3200"/>
              <a:buNone/>
            </a:pPr>
            <a:endParaRPr sz="2400" dirty="0"/>
          </a:p>
        </p:txBody>
      </p:sp>
      <p:sp>
        <p:nvSpPr>
          <p:cNvPr id="217" name="Google Shape;217;p29"/>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22</a:t>
            </a:fld>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eferences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
        <p:nvSpPr>
          <p:cNvPr id="4" name="Text Placeholder 3">
            <a:extLst>
              <a:ext uri="{FF2B5EF4-FFF2-40B4-BE49-F238E27FC236}">
                <a16:creationId xmlns:a16="http://schemas.microsoft.com/office/drawing/2014/main" xmlns="" id="{4354653C-746F-FE85-EB46-FE56AC02C1C1}"/>
              </a:ext>
            </a:extLst>
          </p:cNvPr>
          <p:cNvSpPr>
            <a:spLocks noGrp="1"/>
          </p:cNvSpPr>
          <p:nvPr>
            <p:ph type="body" idx="1"/>
          </p:nvPr>
        </p:nvSpPr>
        <p:spPr>
          <a:xfrm>
            <a:off x="22671" y="1418447"/>
            <a:ext cx="11969460" cy="4937383"/>
          </a:xfrm>
        </p:spPr>
        <p:txBody>
          <a:bodyPr>
            <a:normAutofit lnSpcReduction="10000"/>
          </a:bodyPr>
          <a:lstStyle/>
          <a:p>
            <a:pPr>
              <a:buNone/>
            </a:pPr>
            <a:r>
              <a:rPr lang="en-US" sz="2200" b="1" dirty="0" smtClean="0"/>
              <a:t>[</a:t>
            </a:r>
            <a:r>
              <a:rPr lang="en-US" sz="2200" b="1" dirty="0" smtClean="0"/>
              <a:t>1]</a:t>
            </a:r>
            <a:r>
              <a:rPr lang="en-US" sz="2200" dirty="0" smtClean="0"/>
              <a:t> </a:t>
            </a:r>
            <a:r>
              <a:rPr lang="en-US" sz="2200" dirty="0" err="1" smtClean="0"/>
              <a:t>Jiri</a:t>
            </a:r>
            <a:r>
              <a:rPr lang="en-US" sz="2200" dirty="0" smtClean="0"/>
              <a:t> </a:t>
            </a:r>
            <a:r>
              <a:rPr lang="en-US" sz="2200" dirty="0" err="1" smtClean="0"/>
              <a:t>Fajtl</a:t>
            </a:r>
            <a:r>
              <a:rPr lang="en-US" sz="2200" dirty="0" smtClean="0"/>
              <a:t>, </a:t>
            </a:r>
            <a:r>
              <a:rPr lang="en-US" sz="2200" dirty="0" err="1" smtClean="0"/>
              <a:t>Hajar</a:t>
            </a:r>
            <a:r>
              <a:rPr lang="en-US" sz="2200" dirty="0" smtClean="0"/>
              <a:t> </a:t>
            </a:r>
            <a:r>
              <a:rPr lang="en-US" sz="2200" dirty="0" err="1" smtClean="0"/>
              <a:t>Sadeghi</a:t>
            </a:r>
            <a:r>
              <a:rPr lang="en-US" sz="2200" dirty="0" smtClean="0"/>
              <a:t> </a:t>
            </a:r>
            <a:r>
              <a:rPr lang="en-US" sz="2200" dirty="0" err="1" smtClean="0"/>
              <a:t>Sokeh</a:t>
            </a:r>
            <a:r>
              <a:rPr lang="en-US" sz="2200" dirty="0" smtClean="0"/>
              <a:t>, </a:t>
            </a:r>
            <a:r>
              <a:rPr lang="en-US" sz="2200" dirty="0" err="1" smtClean="0"/>
              <a:t>Vasileios</a:t>
            </a:r>
            <a:r>
              <a:rPr lang="en-US" sz="2200" dirty="0" smtClean="0"/>
              <a:t> </a:t>
            </a:r>
            <a:r>
              <a:rPr lang="en-US" sz="2200" dirty="0" err="1" smtClean="0"/>
              <a:t>Argyriou</a:t>
            </a:r>
            <a:r>
              <a:rPr lang="en-US" sz="2200" dirty="0" smtClean="0"/>
              <a:t> , Dorothy </a:t>
            </a:r>
            <a:r>
              <a:rPr lang="en-US" sz="2200" dirty="0" err="1" smtClean="0"/>
              <a:t>Monekosso</a:t>
            </a:r>
            <a:r>
              <a:rPr lang="en-US" sz="2200" dirty="0" smtClean="0"/>
              <a:t> , and </a:t>
            </a:r>
            <a:r>
              <a:rPr lang="en-US" sz="2200" dirty="0" err="1" smtClean="0"/>
              <a:t>PaoloRemagnino</a:t>
            </a:r>
            <a:r>
              <a:rPr lang="en-US" sz="2200" dirty="0" smtClean="0"/>
              <a:t>: Summarizing Videos with Attention In: Proceedings of the ICLR. Vol. 5(2019).</a:t>
            </a:r>
          </a:p>
          <a:p>
            <a:pPr>
              <a:buNone/>
            </a:pPr>
            <a:r>
              <a:rPr lang="en-US" sz="2200" b="1" dirty="0" smtClean="0"/>
              <a:t>[2]</a:t>
            </a:r>
            <a:r>
              <a:rPr lang="en-US" sz="2200" dirty="0" smtClean="0"/>
              <a:t> </a:t>
            </a:r>
            <a:r>
              <a:rPr lang="en-US" sz="2200" dirty="0" err="1" smtClean="0"/>
              <a:t>Kaiyang</a:t>
            </a:r>
            <a:r>
              <a:rPr lang="en-US" sz="2200" dirty="0" smtClean="0"/>
              <a:t> Zhou, Yu </a:t>
            </a:r>
            <a:r>
              <a:rPr lang="en-US" sz="2200" dirty="0" err="1" smtClean="0"/>
              <a:t>Qiao</a:t>
            </a:r>
            <a:r>
              <a:rPr lang="en-US" sz="2200" dirty="0" smtClean="0"/>
              <a:t>, Tao Xiang : Deep Reinforcement Learning for </a:t>
            </a:r>
            <a:r>
              <a:rPr lang="en-US" sz="2200" dirty="0" err="1" smtClean="0"/>
              <a:t>UnsupervisedVideo</a:t>
            </a:r>
            <a:r>
              <a:rPr lang="en-US" sz="2200" dirty="0" smtClean="0"/>
              <a:t> Summarization In: Diversity-Representativeness Reward 2018, Association for </a:t>
            </a:r>
            <a:r>
              <a:rPr lang="en-US" sz="2200" dirty="0" err="1" smtClean="0"/>
              <a:t>theAdvancement</a:t>
            </a:r>
            <a:r>
              <a:rPr lang="en-US" sz="2200" dirty="0" smtClean="0"/>
              <a:t> of Artificial Intelligence (www.aaai.org</a:t>
            </a:r>
            <a:r>
              <a:rPr lang="en-US" sz="2200" dirty="0" smtClean="0"/>
              <a:t>).</a:t>
            </a:r>
          </a:p>
          <a:p>
            <a:pPr>
              <a:buNone/>
            </a:pPr>
            <a:r>
              <a:rPr lang="en-US" sz="2200" b="1" dirty="0" smtClean="0"/>
              <a:t>[3] </a:t>
            </a:r>
            <a:r>
              <a:rPr lang="en-US" sz="2200" dirty="0" err="1" smtClean="0"/>
              <a:t>Mrigank</a:t>
            </a:r>
            <a:r>
              <a:rPr lang="en-US" sz="2200" dirty="0" smtClean="0"/>
              <a:t> </a:t>
            </a:r>
            <a:r>
              <a:rPr lang="en-US" sz="2200" dirty="0" err="1" smtClean="0"/>
              <a:t>Rochan</a:t>
            </a:r>
            <a:r>
              <a:rPr lang="en-US" sz="2200" dirty="0" smtClean="0"/>
              <a:t>, </a:t>
            </a:r>
            <a:r>
              <a:rPr lang="en-US" sz="2200" dirty="0" err="1" smtClean="0"/>
              <a:t>Linwei</a:t>
            </a:r>
            <a:r>
              <a:rPr lang="en-US" sz="2200" dirty="0" smtClean="0"/>
              <a:t> Ye, and Yang Wang: Video Summarization Using </a:t>
            </a:r>
            <a:r>
              <a:rPr lang="en-US" sz="2200" dirty="0" err="1" smtClean="0"/>
              <a:t>FullyConvolutional</a:t>
            </a:r>
            <a:r>
              <a:rPr lang="en-US" sz="2200" dirty="0" smtClean="0"/>
              <a:t> Sequence Networks In: International Conference on </a:t>
            </a:r>
            <a:r>
              <a:rPr lang="en-US" sz="2200" dirty="0" err="1" smtClean="0"/>
              <a:t>LearningRepresentations</a:t>
            </a:r>
            <a:r>
              <a:rPr lang="en-US" sz="2200" dirty="0" smtClean="0"/>
              <a:t> (2018).</a:t>
            </a:r>
          </a:p>
          <a:p>
            <a:pPr>
              <a:buNone/>
            </a:pPr>
            <a:r>
              <a:rPr lang="en-US" sz="2200" b="1" dirty="0" smtClean="0"/>
              <a:t>[4]</a:t>
            </a:r>
            <a:r>
              <a:rPr lang="en-US" sz="2200" dirty="0" smtClean="0"/>
              <a:t> </a:t>
            </a:r>
            <a:r>
              <a:rPr lang="en-US" sz="2200" dirty="0" err="1" smtClean="0"/>
              <a:t>Ferman</a:t>
            </a:r>
            <a:r>
              <a:rPr lang="en-US" sz="2200" dirty="0" smtClean="0"/>
              <a:t> A.M. and </a:t>
            </a:r>
            <a:r>
              <a:rPr lang="en-US" sz="2200" dirty="0" err="1" smtClean="0"/>
              <a:t>Tekalp</a:t>
            </a:r>
            <a:r>
              <a:rPr lang="en-US" sz="2200" dirty="0" smtClean="0"/>
              <a:t> A.M. Two-stage hierarchical video summary extraction </a:t>
            </a:r>
            <a:r>
              <a:rPr lang="en-US" sz="2200" dirty="0" err="1" smtClean="0"/>
              <a:t>tomatch</a:t>
            </a:r>
            <a:r>
              <a:rPr lang="en-US" sz="2200" dirty="0" smtClean="0"/>
              <a:t> low-level user browsing </a:t>
            </a:r>
            <a:r>
              <a:rPr lang="en-US" sz="2200" dirty="0" err="1" smtClean="0"/>
              <a:t>preerences</a:t>
            </a:r>
            <a:r>
              <a:rPr lang="en-US" sz="2200" dirty="0" smtClean="0"/>
              <a:t>. IEEE Trans. Multimedia, 5(2):244 – 256, 2003.</a:t>
            </a:r>
          </a:p>
          <a:p>
            <a:pPr>
              <a:buNone/>
            </a:pPr>
            <a:r>
              <a:rPr lang="en-US" sz="2200" b="1" dirty="0" smtClean="0"/>
              <a:t>[5] </a:t>
            </a:r>
            <a:r>
              <a:rPr lang="en-US" sz="2200" dirty="0" err="1" smtClean="0"/>
              <a:t>P.Sushma</a:t>
            </a:r>
            <a:r>
              <a:rPr lang="en-US" sz="2200" dirty="0" smtClean="0"/>
              <a:t>, </a:t>
            </a:r>
            <a:r>
              <a:rPr lang="en-US" sz="2200" dirty="0" err="1" smtClean="0"/>
              <a:t>Dr.S.Nagaprasad</a:t>
            </a:r>
            <a:r>
              <a:rPr lang="en-US" sz="2200" dirty="0" smtClean="0"/>
              <a:t>, Dr. V. </a:t>
            </a:r>
            <a:r>
              <a:rPr lang="en-US" sz="2200" dirty="0" err="1" smtClean="0"/>
              <a:t>Ajantha</a:t>
            </a:r>
            <a:r>
              <a:rPr lang="en-US" sz="2200" dirty="0" smtClean="0"/>
              <a:t> Devi. </a:t>
            </a:r>
            <a:r>
              <a:rPr lang="en-US" sz="2200" dirty="0" err="1" smtClean="0"/>
              <a:t>Youtube</a:t>
            </a:r>
            <a:r>
              <a:rPr lang="en-US" sz="2200" dirty="0" smtClean="0"/>
              <a:t>: </a:t>
            </a:r>
            <a:r>
              <a:rPr lang="en-US" sz="2200" dirty="0" err="1" smtClean="0"/>
              <a:t>Bigdata</a:t>
            </a:r>
            <a:r>
              <a:rPr lang="en-US" sz="2200" dirty="0" smtClean="0"/>
              <a:t> Analytics </a:t>
            </a:r>
            <a:r>
              <a:rPr lang="en-US" sz="2200" dirty="0" err="1" smtClean="0"/>
              <a:t>usingHadoop</a:t>
            </a:r>
            <a:r>
              <a:rPr lang="en-US" sz="2200" dirty="0" smtClean="0"/>
              <a:t> and Map Reduce in International Journal of Engineering Research in </a:t>
            </a:r>
            <a:r>
              <a:rPr lang="en-US" sz="2200" dirty="0" err="1" smtClean="0"/>
              <a:t>ComputerScience</a:t>
            </a:r>
            <a:r>
              <a:rPr lang="en-US" sz="2200" dirty="0" smtClean="0"/>
              <a:t> and Engineering (IJERCSE), </a:t>
            </a:r>
            <a:r>
              <a:rPr lang="en-US" sz="2200" dirty="0" err="1" smtClean="0"/>
              <a:t>vol</a:t>
            </a:r>
            <a:r>
              <a:rPr lang="en-US" sz="2200" dirty="0" smtClean="0"/>
              <a:t> 5, Issue 4, April</a:t>
            </a:r>
            <a:r>
              <a:rPr lang="en-US" sz="2200" b="1" dirty="0" smtClean="0"/>
              <a:t> </a:t>
            </a:r>
            <a:r>
              <a:rPr lang="en-US" sz="2200" dirty="0" smtClean="0"/>
              <a:t>2011.</a:t>
            </a:r>
            <a:endParaRPr lang="en-US" sz="2200" b="1" dirty="0" smtClean="0"/>
          </a:p>
          <a:p>
            <a:pPr>
              <a:buNone/>
            </a:pPr>
            <a:r>
              <a:rPr lang="en-US" sz="2200" b="1" dirty="0" smtClean="0"/>
              <a:t>[6]</a:t>
            </a:r>
            <a:r>
              <a:rPr lang="en-US" sz="2200" dirty="0" smtClean="0"/>
              <a:t> P. R. </a:t>
            </a:r>
            <a:r>
              <a:rPr lang="en-US" sz="2200" dirty="0" err="1" smtClean="0"/>
              <a:t>Dedhia</a:t>
            </a:r>
            <a:r>
              <a:rPr lang="en-US" sz="2200" dirty="0" smtClean="0"/>
              <a:t>, H. P. </a:t>
            </a:r>
            <a:r>
              <a:rPr lang="en-US" sz="2200" dirty="0" err="1" smtClean="0"/>
              <a:t>Pachgade</a:t>
            </a:r>
            <a:r>
              <a:rPr lang="en-US" sz="2200" dirty="0" smtClean="0"/>
              <a:t>, A. P. </a:t>
            </a:r>
            <a:r>
              <a:rPr lang="en-US" sz="2200" dirty="0" err="1" smtClean="0"/>
              <a:t>Malani</a:t>
            </a:r>
            <a:r>
              <a:rPr lang="en-US" sz="2200" dirty="0" smtClean="0"/>
              <a:t>, N. Raul and M. </a:t>
            </a:r>
            <a:r>
              <a:rPr lang="en-US" sz="2200" dirty="0" err="1" smtClean="0"/>
              <a:t>Naik</a:t>
            </a:r>
            <a:r>
              <a:rPr lang="en-US" sz="2200" dirty="0" smtClean="0"/>
              <a:t>, "Study on Abstractive Text Summarization Techniques," </a:t>
            </a:r>
            <a:r>
              <a:rPr lang="en-US" sz="2200" i="1" dirty="0" smtClean="0"/>
              <a:t>2020 International Conference on Emerging Trends in Information Technology and Engineering (</a:t>
            </a:r>
            <a:r>
              <a:rPr lang="en-US" sz="2200" i="1" dirty="0" err="1" smtClean="0"/>
              <a:t>ic</a:t>
            </a:r>
            <a:r>
              <a:rPr lang="en-US" sz="2200" i="1" dirty="0" smtClean="0"/>
              <a:t>- ETITE)</a:t>
            </a:r>
            <a:r>
              <a:rPr lang="en-US" sz="2200" dirty="0" smtClean="0"/>
              <a:t>, 2020, pp. 1-8, </a:t>
            </a:r>
            <a:r>
              <a:rPr lang="en-US" sz="2200" dirty="0" err="1" smtClean="0"/>
              <a:t>doi</a:t>
            </a:r>
            <a:r>
              <a:rPr lang="en-US" sz="2200" dirty="0" smtClean="0"/>
              <a:t>: 10.1109/ic-ETITE47903.2020.087.</a:t>
            </a:r>
            <a:endParaRPr lang="en-US" sz="2200" dirty="0" smtClean="0"/>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A935D-646B-56A6-7D66-C498754DF538}"/>
              </a:ext>
            </a:extLst>
          </p:cNvPr>
          <p:cNvSpPr>
            <a:spLocks noGrp="1"/>
          </p:cNvSpPr>
          <p:nvPr>
            <p:ph type="title"/>
          </p:nvPr>
        </p:nvSpPr>
        <p:spPr/>
        <p:txBody>
          <a:bodyPr/>
          <a:lstStyle/>
          <a:p>
            <a:r>
              <a:rPr lang="en-IN" dirty="0" smtClean="0"/>
              <a:t>R</a:t>
            </a:r>
            <a:r>
              <a:rPr lang="en-IN" dirty="0" smtClean="0"/>
              <a:t>eferences</a:t>
            </a:r>
            <a:endParaRPr lang="en-IN" dirty="0"/>
          </a:p>
        </p:txBody>
      </p:sp>
      <p:sp>
        <p:nvSpPr>
          <p:cNvPr id="3" name="Slide Number Placeholder 2">
            <a:extLst>
              <a:ext uri="{FF2B5EF4-FFF2-40B4-BE49-F238E27FC236}">
                <a16:creationId xmlns:a16="http://schemas.microsoft.com/office/drawing/2014/main" xmlns="" id="{2EBC8620-3069-7104-AD63-6EC682BD3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
        <p:nvSpPr>
          <p:cNvPr id="4" name="Text Placeholder 3">
            <a:extLst>
              <a:ext uri="{FF2B5EF4-FFF2-40B4-BE49-F238E27FC236}">
                <a16:creationId xmlns:a16="http://schemas.microsoft.com/office/drawing/2014/main" xmlns="" id="{4354653C-746F-FE85-EB46-FE56AC02C1C1}"/>
              </a:ext>
            </a:extLst>
          </p:cNvPr>
          <p:cNvSpPr>
            <a:spLocks noGrp="1"/>
          </p:cNvSpPr>
          <p:nvPr>
            <p:ph type="body" idx="1"/>
          </p:nvPr>
        </p:nvSpPr>
        <p:spPr>
          <a:xfrm>
            <a:off x="22671" y="1418447"/>
            <a:ext cx="11969460" cy="4937383"/>
          </a:xfrm>
        </p:spPr>
        <p:txBody>
          <a:bodyPr>
            <a:normAutofit/>
          </a:bodyPr>
          <a:lstStyle/>
          <a:p>
            <a:pPr marL="569913" indent="-455613">
              <a:buNone/>
            </a:pPr>
            <a:r>
              <a:rPr lang="en-US" sz="2400" b="1" dirty="0" smtClean="0"/>
              <a:t>[7]</a:t>
            </a:r>
            <a:r>
              <a:rPr lang="en-US" sz="2400" dirty="0" smtClean="0"/>
              <a:t> A. </a:t>
            </a:r>
            <a:r>
              <a:rPr lang="en-US" sz="2400" dirty="0" err="1" smtClean="0"/>
              <a:t>Dilawari</a:t>
            </a:r>
            <a:r>
              <a:rPr lang="en-US" sz="2400" dirty="0" smtClean="0"/>
              <a:t> and M. U. G. Khan, "</a:t>
            </a:r>
            <a:r>
              <a:rPr lang="en-US" sz="2400" dirty="0" err="1" smtClean="0"/>
              <a:t>ASoVS</a:t>
            </a:r>
            <a:r>
              <a:rPr lang="en-US" sz="2400" dirty="0" smtClean="0"/>
              <a:t>: Abstractive Summarization of  Video Sequences," in </a:t>
            </a:r>
            <a:r>
              <a:rPr lang="en-US" sz="2400" i="1" dirty="0" smtClean="0"/>
              <a:t>IEEE Access</a:t>
            </a:r>
            <a:r>
              <a:rPr lang="en-US" sz="2400" dirty="0" smtClean="0"/>
              <a:t>, vol. 7, pp. 29253-29263, 2019, </a:t>
            </a:r>
            <a:r>
              <a:rPr lang="en-US" sz="2400" dirty="0" err="1" smtClean="0"/>
              <a:t>doi</a:t>
            </a:r>
            <a:r>
              <a:rPr lang="en-US" sz="2400" dirty="0" smtClean="0"/>
              <a:t>: 10.1109/ACCESS.2019.2902507.</a:t>
            </a:r>
          </a:p>
          <a:p>
            <a:pPr marL="509588" indent="-395288" algn="l">
              <a:buNone/>
            </a:pPr>
            <a:r>
              <a:rPr lang="en-US" sz="2400" b="1" dirty="0" smtClean="0"/>
              <a:t>[</a:t>
            </a:r>
            <a:r>
              <a:rPr lang="en-US" sz="2400" b="1" dirty="0" smtClean="0"/>
              <a:t>8] </a:t>
            </a:r>
            <a:r>
              <a:rPr lang="en-US" sz="2400" dirty="0" smtClean="0"/>
              <a:t>https</a:t>
            </a:r>
            <a:r>
              <a:rPr lang="en-US" sz="2400" dirty="0" smtClean="0"/>
              <a:t>://medium.com/swlh/parsing-rest-api-payload-and-query-parameters-with-flask-better-than-marshmallow-aa79c889e3ca</a:t>
            </a:r>
          </a:p>
          <a:p>
            <a:pPr>
              <a:buNone/>
            </a:pPr>
            <a:r>
              <a:rPr lang="en-US" sz="2400" b="1" dirty="0" smtClean="0"/>
              <a:t>[9]</a:t>
            </a:r>
            <a:r>
              <a:rPr lang="en-US" sz="2400" dirty="0" smtClean="0"/>
              <a:t> https://www.crio.do/projects/python-youtube-transcript/</a:t>
            </a:r>
          </a:p>
          <a:p>
            <a:pPr>
              <a:buNone/>
            </a:pPr>
            <a:r>
              <a:rPr lang="en-US" sz="2400" b="1" dirty="0" smtClean="0"/>
              <a:t>[10]</a:t>
            </a:r>
            <a:r>
              <a:rPr lang="en-US" sz="2400" dirty="0" smtClean="0"/>
              <a:t> https://pypi.org/project/youtube-transcript-api/</a:t>
            </a:r>
          </a:p>
          <a:p>
            <a:pPr marL="630238" indent="-515938" algn="l">
              <a:buNone/>
            </a:pPr>
            <a:r>
              <a:rPr lang="en-US" sz="2400" b="1" dirty="0" smtClean="0"/>
              <a:t>[</a:t>
            </a:r>
            <a:r>
              <a:rPr lang="en-US" sz="2400" b="1" dirty="0" smtClean="0"/>
              <a:t>11] </a:t>
            </a:r>
            <a:r>
              <a:rPr lang="en-US" sz="2400" dirty="0" smtClean="0"/>
              <a:t>https</a:t>
            </a:r>
            <a:r>
              <a:rPr lang="en-US" sz="2400" dirty="0" smtClean="0"/>
              <a:t>://</a:t>
            </a:r>
            <a:r>
              <a:rPr lang="en-US" sz="2400" dirty="0" smtClean="0"/>
              <a:t>www.thepythoncode.com/article/text-summarization-using-huggingface-transformers-   python</a:t>
            </a:r>
            <a:endParaRPr lang="en-US" sz="2400" dirty="0" smtClean="0"/>
          </a:p>
          <a:p>
            <a:pPr>
              <a:buNone/>
            </a:pPr>
            <a:r>
              <a:rPr lang="en-US" sz="2400" b="1" dirty="0" smtClean="0"/>
              <a:t>[12] </a:t>
            </a:r>
            <a:r>
              <a:rPr lang="en-US" sz="2400" dirty="0" smtClean="0"/>
              <a:t>https://blog.miguelgrinberg.com/post/designing-a-restful-api-with-python-and-flask</a:t>
            </a:r>
            <a:endParaRPr lang="en-US" sz="2400" dirty="0" smtClean="0"/>
          </a:p>
        </p:txBody>
      </p:sp>
    </p:spTree>
    <p:extLst>
      <p:ext uri="{BB962C8B-B14F-4D97-AF65-F5344CB8AC3E}">
        <p14:creationId xmlns:p14="http://schemas.microsoft.com/office/powerpoint/2010/main" xmlns="" val="8303406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1"/>
          <p:cNvSpPr/>
          <p:nvPr/>
        </p:nvSpPr>
        <p:spPr>
          <a:xfrm>
            <a:off x="91888" y="1843951"/>
            <a:ext cx="12008224" cy="31700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0" b="1" i="0" u="none" strike="noStrike" cap="none" dirty="0">
                <a:solidFill>
                  <a:srgbClr val="6D9BC1"/>
                </a:solidFill>
                <a:latin typeface="Quattrocento Sans"/>
                <a:ea typeface="Quattrocento Sans"/>
                <a:cs typeface="Quattrocento Sans"/>
                <a:sym typeface="Quattrocento Sans"/>
              </a:rPr>
              <a:t>THANKS</a:t>
            </a:r>
            <a:endParaRPr sz="20000" b="1" i="0" u="none" strike="noStrike" cap="none">
              <a:solidFill>
                <a:srgbClr val="6D9BC1"/>
              </a:solidFill>
              <a:latin typeface="Quattrocento Sans"/>
              <a:ea typeface="Quattrocento Sans"/>
              <a:cs typeface="Quattrocento Sans"/>
              <a:sym typeface="Quattrocento Sans"/>
            </a:endParaRPr>
          </a:p>
        </p:txBody>
      </p:sp>
      <p:sp>
        <p:nvSpPr>
          <p:cNvPr id="231" name="Google Shape;231;p31"/>
          <p:cNvSpPr txBox="1">
            <a:spLocks noGrp="1"/>
          </p:cNvSpPr>
          <p:nvPr>
            <p:ph type="sldNum" idx="12"/>
          </p:nvPr>
        </p:nvSpPr>
        <p:spPr>
          <a:xfrm>
            <a:off x="8757642" y="6562416"/>
            <a:ext cx="13716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25</a:t>
            </a:fld>
            <a:endParaRP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2.xml" val="2260295552"/>
  <p:tag name="ppt/slides/slide1.xml" val="220970739"/>
  <p:tag name="ppt/slides/slide3.xml" val="1043777079"/>
  <p:tag name="ppt/slides/slide4.xml" val="1785199481"/>
  <p:tag name="ppt/slides/slide5.xml" val="1325009926"/>
  <p:tag name="ppt/slides/slide6.xml" val="44963714"/>
  <p:tag name="ppt/slides/slide7.xml" val="901378852"/>
  <p:tag name="ppt/slides/slide8.xml" val="2795379695"/>
  <p:tag name="ppt/slides/slide9.xml" val="3123276830"/>
  <p:tag name="ppt/slides/slide10.xml" val="1568927745"/>
  <p:tag name="ppt/slides/slide11.xml" val="419397903"/>
  <p:tag name="ppt/slides/slide12.xml" val="800781678"/>
  <p:tag name="ppt/slides/slide13.xml" val="2902160180"/>
  <p:tag name="ppt/slides/slide14.xml" val="2699741095"/>
  <p:tag name="ppt/slides/slide15.xml" val="2888363983"/>
  <p:tag name="ppt/slides/slide16.xml" val="1625809858"/>
  <p:tag name="ppt/slides/slide17.xml" val="992604925"/>
  <p:tag name="ppt/slides/slide18.xml" val="2603772188"/>
  <p:tag name="ppt/slides/slide19.xml" val="322049086"/>
  <p:tag name="ppt/slides/slide20.xml" val="3376501302"/>
  <p:tag name="ppt/slides/slide21.xml" val="3924739610"/>
  <p:tag name="ppt/slides/slide22.xml" val="584090167"/>
  <p:tag name="ppt/slides/slide23.xml" val="3009382231"/>
  <p:tag name="ppt/slides/slide24.xml" val="2239777965"/>
  <p:tag name="ppt/slides/slide25.xml" val="1728483603"/>
  <p:tag name="ppt/slideMasters/slideMaster1.xml" val="3166347482"/>
  <p:tag name="ppt/slideLayouts/slideLayout11.xml" val="1092036010"/>
  <p:tag name="ppt/slideLayouts/slideLayout1.xml" val="589938131"/>
  <p:tag name="ppt/slideLayouts/slideLayout2.xml" val="853589694"/>
  <p:tag name="ppt/slideLayouts/slideLayout3.xml" val="495072615"/>
  <p:tag name="ppt/slideLayouts/slideLayout4.xml" val="1426313764"/>
  <p:tag name="ppt/slideLayouts/slideLayout5.xml" val="4096960272"/>
  <p:tag name="ppt/slideLayouts/slideLayout6.xml" val="2288116801"/>
  <p:tag name="ppt/slideLayouts/slideLayout7.xml" val="3244676509"/>
  <p:tag name="ppt/slideLayouts/slideLayout8.xml" val="4143111139"/>
  <p:tag name="ppt/slideLayouts/slideLayout9.xml" val="3303301206"/>
  <p:tag name="ppt/slideLayouts/slideLayout10.xml" val="2224656190"/>
  <p:tag name="ppt/slideLayouts/slideLayout12.xml" val="1795559064"/>
  <p:tag name="ppt/slideLayouts/slideLayout13.xml" val="798529475"/>
  <p:tag name="ppt/slideLayouts/slideLayout14.xml" val="2227519134"/>
  <p:tag name="ppt/notesSlides/notesSlide1.xml" val="448847281"/>
  <p:tag name="ppt/notesSlides/notesSlide2.xml" val="4147293006"/>
  <p:tag name="ppt/notesSlides/notesSlide3.xml" val="3445986877"/>
  <p:tag name="ppt/notesSlides/notesSlide4.xml" val="4213730087"/>
  <p:tag name="ppt/notesSlides/notesSlide5.xml" val="3275988820"/>
  <p:tag name="ppt/notesSlides/notesSlide6.xml" val="3539551993"/>
  <p:tag name="ppt/notesSlides/notesSlide7.xml" val="4112118164"/>
  <p:tag name="ppt/notesSlides/notesSlide8.xml" val="3194141901"/>
  <p:tag name="ppt/notesSlides/notesSlide9.xml" val="3651214896"/>
  <p:tag name="ppt/notesSlides/notesSlide10.xml" val="4040370891"/>
  <p:tag name="ppt/notesSlides/notesSlide15.xml" val="3515406635"/>
  <p:tag name="ppt/notesSlides/notesSlide12.xml" val="3024153440"/>
  <p:tag name="ppt/notesSlides/notesSlide11.xml" val="742355528"/>
  <p:tag name="ppt/notesSlides/notesSlide13.xml" val="3861840075"/>
  <p:tag name="ppt/notesSlides/notesSlide14.xml" val="3627421000"/>
  <p:tag name="ppt/notesMasters/notesMaster1.xml" val="3836358721"/>
  <p:tag name="ppt/theme/theme1.xml" val="1338120443"/>
  <p:tag name="ppt/media/image1.png" val="2936477185"/>
  <p:tag name="ppt/theme/theme2.xml" val="889541746"/>
  <p:tag name="ppt/media/image3.png" val="1938206493"/>
  <p:tag name="ppt/media/image4.png" val="3835272663"/>
  <p:tag name="ppt/media/image5.png" val="3574410759"/>
  <p:tag name="ppt/media/image9.jpg" val="1835580526"/>
  <p:tag name="ppt/media/image7.png" val="1049932706"/>
  <p:tag name="ppt/media/image10.png" val="1419535013"/>
  <p:tag name="ppt/media/image2.png" val="3626301313"/>
  <p:tag name="ppt/media/image11.png" val="3995612758"/>
  <p:tag name="ppt/media/image12.png" val="121489190"/>
  <p:tag name="ppt/media/image13.png" val="791231135"/>
  <p:tag name="ppt/media/image6.png" val="151363087"/>
  <p:tag name="ppt/media/image8.jpg" val="4075877150"/>
</p:tagLst>
</file>

<file path=ppt/theme/theme1.xml><?xml version="1.0" encoding="utf-8"?>
<a:theme xmlns:a="http://schemas.openxmlformats.org/drawingml/2006/main" name="WelcomeDoc">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1608</Words>
  <PresentationFormat>Custom</PresentationFormat>
  <Paragraphs>143</Paragraphs>
  <Slides>25</Slides>
  <Notes>13</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WelcomeDoc</vt:lpstr>
      <vt:lpstr>Slide 1</vt:lpstr>
      <vt:lpstr>VidBrief: YouTube Transcript Summarizer</vt:lpstr>
      <vt:lpstr>Supervised by: Prof. Pawan Makhija</vt:lpstr>
      <vt:lpstr>Project Presentation Outline</vt:lpstr>
      <vt:lpstr>Abstract</vt:lpstr>
      <vt:lpstr>Introduction </vt:lpstr>
      <vt:lpstr>Problem Statement</vt:lpstr>
      <vt:lpstr>Objectives</vt:lpstr>
      <vt:lpstr>Survey of Existing Systems</vt:lpstr>
      <vt:lpstr>Requirement Analysis</vt:lpstr>
      <vt:lpstr>Solution Proposed</vt:lpstr>
      <vt:lpstr>Outcome Discussion</vt:lpstr>
      <vt:lpstr>Block Diagram</vt:lpstr>
      <vt:lpstr>Hardware Requirements</vt:lpstr>
      <vt:lpstr>Software Requirements</vt:lpstr>
      <vt:lpstr>Results</vt:lpstr>
      <vt:lpstr>Results</vt:lpstr>
      <vt:lpstr>Results</vt:lpstr>
      <vt:lpstr>Results</vt:lpstr>
      <vt:lpstr>Results</vt:lpstr>
      <vt:lpstr>Conclusion</vt:lpstr>
      <vt:lpstr>Acknowledgment</vt:lpstr>
      <vt:lpstr>References</vt:lpstr>
      <vt:lpstr>References</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hp</cp:lastModifiedBy>
  <cp:revision>75</cp:revision>
  <dcterms:modified xsi:type="dcterms:W3CDTF">2024-12-17T13:29:49Z</dcterms:modified>
</cp:coreProperties>
</file>