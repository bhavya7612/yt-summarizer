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918400" cy="32918400"/>
  <p:notesSz cx="37441188" cy="51206400"/>
  <p:embeddedFontLst>
    <p:embeddedFont>
      <p:font typeface="Quattrocento" panose="02020502030000000404" pitchFamily="18" charset="0"/>
      <p:regular r:id="rId5"/>
      <p:bold r:id="rId6"/>
    </p:embeddedFont>
    <p:embeddedFont>
      <p:font typeface="Quattrocento Sans" panose="020B0502050000020003" pitchFamily="34" charset="0"/>
      <p:regular r:id="rId7"/>
      <p:bold r:id="rId8"/>
      <p:italic r:id="rId9"/>
      <p:boldItalic r:id="rId10"/>
    </p:embeddedFont>
  </p:embeddedFontLst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0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30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30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30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30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52" userDrawn="1">
          <p15:clr>
            <a:srgbClr val="A4A3A4"/>
          </p15:clr>
        </p15:guide>
        <p15:guide id="2" pos="1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 autoAdjust="0"/>
  </p:normalViewPr>
  <p:slideViewPr>
    <p:cSldViewPr>
      <p:cViewPr varScale="1">
        <p:scale>
          <a:sx n="17" d="100"/>
          <a:sy n="17" d="100"/>
        </p:scale>
        <p:origin x="2443" y="96"/>
      </p:cViewPr>
      <p:guideLst>
        <p:guide orient="horz" pos="9552"/>
        <p:guide pos="19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gs" Target="tags/tag1.xml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6224250" cy="28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7031" tIns="268519" rIns="537031" bIns="26851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537368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21216938" y="0"/>
            <a:ext cx="16224250" cy="28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7031" tIns="268519" rIns="537031" bIns="26851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537368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53722588"/>
            <a:ext cx="16224250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7031" tIns="268519" rIns="537031" bIns="268519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537368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21216938" y="53722588"/>
            <a:ext cx="16224250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7031" tIns="268519" rIns="537031" bIns="268519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5373688">
              <a:defRPr sz="7100" smtClean="0"/>
            </a:lvl1pPr>
          </a:lstStyle>
          <a:p>
            <a:pPr>
              <a:defRPr/>
            </a:pPr>
            <a:fld id="{C3821831-2B9E-4755-9FF2-D0B0BEF817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68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6224250" cy="28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9231" tIns="269615" rIns="539231" bIns="26961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539273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21207412" y="0"/>
            <a:ext cx="16225838" cy="28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9231" tIns="269615" rIns="539231" bIns="26961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539273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116888" y="4241800"/>
            <a:ext cx="21207412" cy="21205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44913" y="26860500"/>
            <a:ext cx="29952950" cy="254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9231" tIns="269615" rIns="539231" bIns="26961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53713062"/>
            <a:ext cx="16224250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9231" tIns="269615" rIns="539231" bIns="269615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539273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21207412" y="53713062"/>
            <a:ext cx="16225838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9231" tIns="269615" rIns="539231" bIns="269615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5392738">
              <a:defRPr sz="7100" smtClean="0"/>
            </a:lvl1pPr>
          </a:lstStyle>
          <a:p>
            <a:pPr>
              <a:defRPr/>
            </a:pPr>
            <a:fld id="{A7A3E3C6-57BD-4827-A686-7B170B46C0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35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/>
            </a:defPPr>
            <a:lvl1pPr defTabSz="5392738" eaLnBrk="0" hangingPunct="0">
              <a:defRPr sz="3000">
                <a:solidFill>
                  <a:schemeClr val="tx1"/>
                </a:solidFill>
                <a:latin typeface="Arial"/>
              </a:defRPr>
            </a:lvl1pPr>
            <a:lvl2pPr marL="742950" indent="-285750" defTabSz="5392738" eaLnBrk="0" hangingPunct="0">
              <a:defRPr sz="3000">
                <a:solidFill>
                  <a:schemeClr val="tx1"/>
                </a:solidFill>
                <a:latin typeface="Arial"/>
              </a:defRPr>
            </a:lvl2pPr>
            <a:lvl3pPr marL="1143000" indent="-228600" defTabSz="5392738" eaLnBrk="0" hangingPunct="0">
              <a:defRPr sz="3000">
                <a:solidFill>
                  <a:schemeClr val="tx1"/>
                </a:solidFill>
                <a:latin typeface="Arial"/>
              </a:defRPr>
            </a:lvl3pPr>
            <a:lvl4pPr marL="1600200" indent="-228600" defTabSz="5392738" eaLnBrk="0" hangingPunct="0">
              <a:defRPr sz="3000">
                <a:solidFill>
                  <a:schemeClr val="tx1"/>
                </a:solidFill>
                <a:latin typeface="Arial"/>
              </a:defRPr>
            </a:lvl4pPr>
            <a:lvl5pPr marL="2057400" indent="-228600" defTabSz="5392738" eaLnBrk="0" hangingPunct="0">
              <a:defRPr sz="3000">
                <a:solidFill>
                  <a:schemeClr val="tx1"/>
                </a:solidFill>
                <a:latin typeface="Arial"/>
              </a:defRPr>
            </a:lvl5pPr>
            <a:lvl6pPr marL="2514600" indent="-228600" defTabSz="5392738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/>
              </a:defRPr>
            </a:lvl6pPr>
            <a:lvl7pPr marL="2971800" indent="-228600" defTabSz="5392738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/>
              </a:defRPr>
            </a:lvl7pPr>
            <a:lvl8pPr marL="3429000" indent="-228600" defTabSz="5392738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/>
              </a:defRPr>
            </a:lvl8pPr>
            <a:lvl9pPr marL="3886200" indent="-228600" defTabSz="5392738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/>
              </a:defRPr>
            </a:lvl9pPr>
          </a:lstStyle>
          <a:p>
            <a:pPr eaLnBrk="1" hangingPunct="1"/>
            <a:fld id="{8013D4E7-0005-4E28-B809-46F629ED953E}" type="slidenum">
              <a:rPr lang="en-US" sz="7100"/>
              <a:pPr eaLnBrk="1" hangingPunct="1"/>
              <a:t>1</a:t>
            </a:fld>
            <a:endParaRPr lang="en-US" sz="71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116888" y="4241800"/>
            <a:ext cx="21207412" cy="21205825"/>
          </a:xfrm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/>
            </a:defPPr>
          </a:lstStyle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10226675"/>
            <a:ext cx="27979688" cy="705485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18653125"/>
            <a:ext cx="23043356" cy="8413750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44064D7D-464A-4708-9759-403F89E210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560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78A6E67-DA7B-4FCC-A18A-FC7C8A034C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1884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21153439"/>
            <a:ext cx="27980878" cy="6537325"/>
          </a:xfrm>
        </p:spPr>
        <p:txBody>
          <a:bodyPr anchor="t"/>
          <a:lstStyle>
            <a:defPPr>
              <a:defRPr kern="1200"/>
            </a:defPPr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13952538"/>
            <a:ext cx="27980878" cy="72009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AB7E099-5C0A-4709-9BBB-71DECD41AB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9019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6635" y="7681913"/>
            <a:ext cx="14755416" cy="21724938"/>
          </a:xfr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7681913"/>
            <a:ext cx="14756606" cy="21724938"/>
          </a:xfr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03D45C2-6D5F-448B-95B1-CD0C538780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4679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1317625"/>
            <a:ext cx="29627512" cy="5486400"/>
          </a:xfr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7369176"/>
            <a:ext cx="14544675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10439400"/>
            <a:ext cx="14544675" cy="18965862"/>
          </a:xfr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7369176"/>
            <a:ext cx="14550630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10439400"/>
            <a:ext cx="14550630" cy="18965862"/>
          </a:xfr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18610943-C3CC-4B71-9F28-BF9409E4CB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0360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D78326B-3987-4EE9-9239-5FDA69C812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0409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1F3B20C-577A-4608-AF62-749557E31E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7807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1311275"/>
            <a:ext cx="10829925" cy="5576888"/>
          </a:xfr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1311275"/>
            <a:ext cx="18402300" cy="28093988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6888163"/>
            <a:ext cx="10829925" cy="225171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7CA0EE2-436D-4402-9038-3DA719D297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663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23042562"/>
            <a:ext cx="19751280" cy="2720975"/>
          </a:xfr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2941638"/>
            <a:ext cx="19751280" cy="1975008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25763539"/>
            <a:ext cx="19751280" cy="386238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5C1286E-2D26-43B2-8CD4-A2F0A623D1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419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EC84F10-113F-4F09-A76B-2176B34E0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358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7269" y="1319213"/>
            <a:ext cx="7405688" cy="28087638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6635" y="1319213"/>
            <a:ext cx="22106334" cy="28087638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39F5895-A9FE-429D-AE19-E169F67F1C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7286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BF"/>
            </a:gs>
            <a:gs pos="100000">
              <a:srgbClr val="FFFF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6635" y="1319213"/>
            <a:ext cx="29626322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3" tIns="235127" rIns="470253" bIns="235127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6635" y="7681913"/>
            <a:ext cx="29626322" cy="2172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3" tIns="235127" rIns="470253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6635" y="29978350"/>
            <a:ext cx="768072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3" tIns="235127" rIns="470253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527822">
              <a:defRPr sz="5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7834" y="29978350"/>
            <a:ext cx="1042392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3" tIns="235127" rIns="470253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3527822">
              <a:defRPr sz="5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2234" y="29978350"/>
            <a:ext cx="768072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3" tIns="235127" rIns="470253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527822">
              <a:defRPr sz="5400" smtClean="0"/>
            </a:lvl1pPr>
          </a:lstStyle>
          <a:p>
            <a:pPr>
              <a:defRPr/>
            </a:pPr>
            <a:fld id="{EAD58424-6508-4C08-B0AB-A12183DAE9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164592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334264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339979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melancholymedallion  Size: 36x36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527822" rtl="0" eaLnBrk="0" fontAlgn="base" hangingPunct="0">
        <a:spcBef>
          <a:spcPct val="0"/>
        </a:spcBef>
        <a:spcAft>
          <a:spcPct val="0"/>
        </a:spcAft>
        <a:defRPr sz="17025">
          <a:solidFill>
            <a:schemeClr val="tx2"/>
          </a:solidFill>
          <a:latin typeface="+mj-lt"/>
          <a:ea typeface="+mj-ea"/>
          <a:cs typeface="+mj-cs"/>
        </a:defRPr>
      </a:lvl1pPr>
      <a:lvl2pPr algn="ctr" defTabSz="3527822" rtl="0" eaLnBrk="0" fontAlgn="base" hangingPunct="0">
        <a:spcBef>
          <a:spcPct val="0"/>
        </a:spcBef>
        <a:spcAft>
          <a:spcPct val="0"/>
        </a:spcAft>
        <a:defRPr sz="17025">
          <a:solidFill>
            <a:schemeClr val="tx2"/>
          </a:solidFill>
          <a:latin typeface="Arial"/>
        </a:defRPr>
      </a:lvl2pPr>
      <a:lvl3pPr algn="ctr" defTabSz="3527822" rtl="0" eaLnBrk="0" fontAlgn="base" hangingPunct="0">
        <a:spcBef>
          <a:spcPct val="0"/>
        </a:spcBef>
        <a:spcAft>
          <a:spcPct val="0"/>
        </a:spcAft>
        <a:defRPr sz="17025">
          <a:solidFill>
            <a:schemeClr val="tx2"/>
          </a:solidFill>
          <a:latin typeface="Arial"/>
        </a:defRPr>
      </a:lvl3pPr>
      <a:lvl4pPr algn="ctr" defTabSz="3527822" rtl="0" eaLnBrk="0" fontAlgn="base" hangingPunct="0">
        <a:spcBef>
          <a:spcPct val="0"/>
        </a:spcBef>
        <a:spcAft>
          <a:spcPct val="0"/>
        </a:spcAft>
        <a:defRPr sz="17025">
          <a:solidFill>
            <a:schemeClr val="tx2"/>
          </a:solidFill>
          <a:latin typeface="Arial"/>
        </a:defRPr>
      </a:lvl4pPr>
      <a:lvl5pPr algn="ctr" defTabSz="3527822" rtl="0" eaLnBrk="0" fontAlgn="base" hangingPunct="0">
        <a:spcBef>
          <a:spcPct val="0"/>
        </a:spcBef>
        <a:spcAft>
          <a:spcPct val="0"/>
        </a:spcAft>
        <a:defRPr sz="17025">
          <a:solidFill>
            <a:schemeClr val="tx2"/>
          </a:solidFill>
          <a:latin typeface="Arial"/>
        </a:defRPr>
      </a:lvl5pPr>
      <a:lvl6pPr marL="342900" algn="ctr" defTabSz="3527822" rtl="0" fontAlgn="base">
        <a:spcBef>
          <a:spcPct val="0"/>
        </a:spcBef>
        <a:spcAft>
          <a:spcPct val="0"/>
        </a:spcAft>
        <a:defRPr sz="17025">
          <a:solidFill>
            <a:schemeClr val="tx2"/>
          </a:solidFill>
          <a:latin typeface="Arial"/>
        </a:defRPr>
      </a:lvl6pPr>
      <a:lvl7pPr marL="685800" algn="ctr" defTabSz="3527822" rtl="0" fontAlgn="base">
        <a:spcBef>
          <a:spcPct val="0"/>
        </a:spcBef>
        <a:spcAft>
          <a:spcPct val="0"/>
        </a:spcAft>
        <a:defRPr sz="17025">
          <a:solidFill>
            <a:schemeClr val="tx2"/>
          </a:solidFill>
          <a:latin typeface="Arial"/>
        </a:defRPr>
      </a:lvl7pPr>
      <a:lvl8pPr marL="1028700" algn="ctr" defTabSz="3527822" rtl="0" fontAlgn="base">
        <a:spcBef>
          <a:spcPct val="0"/>
        </a:spcBef>
        <a:spcAft>
          <a:spcPct val="0"/>
        </a:spcAft>
        <a:defRPr sz="17025">
          <a:solidFill>
            <a:schemeClr val="tx2"/>
          </a:solidFill>
          <a:latin typeface="Arial"/>
        </a:defRPr>
      </a:lvl8pPr>
      <a:lvl9pPr marL="1371600" algn="ctr" defTabSz="3527822" rtl="0" fontAlgn="base">
        <a:spcBef>
          <a:spcPct val="0"/>
        </a:spcBef>
        <a:spcAft>
          <a:spcPct val="0"/>
        </a:spcAft>
        <a:defRPr sz="17025">
          <a:solidFill>
            <a:schemeClr val="tx2"/>
          </a:solidFill>
          <a:latin typeface="Arial"/>
        </a:defRPr>
      </a:lvl9pPr>
    </p:titleStyle>
    <p:bodyStyle>
      <a:defPPr>
        <a:defRPr kern="1200"/>
      </a:defPPr>
      <a:lvl1pPr marL="1323975" indent="-1323975" algn="l" defTabSz="3527822" rtl="0" eaLnBrk="0" fontAlgn="base" hangingPunct="0">
        <a:spcBef>
          <a:spcPct val="20000"/>
        </a:spcBef>
        <a:spcAft>
          <a:spcPct val="0"/>
        </a:spcAft>
        <a:buChar char="•"/>
        <a:defRPr sz="12375">
          <a:solidFill>
            <a:schemeClr val="tx1"/>
          </a:solidFill>
          <a:latin typeface="+mn-lt"/>
          <a:ea typeface="+mn-ea"/>
          <a:cs typeface="+mn-cs"/>
        </a:defRPr>
      </a:lvl1pPr>
      <a:lvl2pPr marL="2867025" indent="-1103710" algn="l" defTabSz="3527822" rtl="0" eaLnBrk="0" fontAlgn="base" hangingPunct="0">
        <a:spcBef>
          <a:spcPct val="20000"/>
        </a:spcBef>
        <a:spcAft>
          <a:spcPct val="0"/>
        </a:spcAft>
        <a:buChar char="–"/>
        <a:defRPr sz="10800">
          <a:solidFill>
            <a:schemeClr val="tx1"/>
          </a:solidFill>
          <a:latin typeface="+mn-lt"/>
        </a:defRPr>
      </a:lvl2pPr>
      <a:lvl3pPr marL="4410075" indent="-882254" algn="l" defTabSz="3527822" rtl="0" eaLnBrk="0" fontAlgn="base" hangingPunct="0">
        <a:spcBef>
          <a:spcPct val="20000"/>
        </a:spcBef>
        <a:spcAft>
          <a:spcPct val="0"/>
        </a:spcAft>
        <a:buChar char="•"/>
        <a:defRPr sz="9225">
          <a:solidFill>
            <a:schemeClr val="tx1"/>
          </a:solidFill>
          <a:latin typeface="+mn-lt"/>
        </a:defRPr>
      </a:lvl3pPr>
      <a:lvl4pPr marL="6172200" indent="-882254" algn="l" defTabSz="3527822" rtl="0" eaLnBrk="0" fontAlgn="base" hangingPunct="0">
        <a:spcBef>
          <a:spcPct val="20000"/>
        </a:spcBef>
        <a:spcAft>
          <a:spcPct val="0"/>
        </a:spcAft>
        <a:buChar char="–"/>
        <a:defRPr sz="7800">
          <a:solidFill>
            <a:schemeClr val="tx1"/>
          </a:solidFill>
          <a:latin typeface="+mn-lt"/>
        </a:defRPr>
      </a:lvl4pPr>
      <a:lvl5pPr marL="7935516" indent="-881063" algn="l" defTabSz="3527822" rtl="0" eaLnBrk="0" fontAlgn="base" hangingPunct="0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</a:defRPr>
      </a:lvl5pPr>
      <a:lvl6pPr marL="8278416" indent="-881063" algn="l" defTabSz="3527822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</a:defRPr>
      </a:lvl6pPr>
      <a:lvl7pPr marL="8621316" indent="-881063" algn="l" defTabSz="3527822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</a:defRPr>
      </a:lvl7pPr>
      <a:lvl8pPr marL="8964216" indent="-881063" algn="l" defTabSz="3527822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</a:defRPr>
      </a:lvl8pPr>
      <a:lvl9pPr marL="9307116" indent="-881063" algn="l" defTabSz="3527822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43000">
              <a:schemeClr val="bg2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6"/>
          <p:cNvSpPr>
            <a:spLocks noChangeArrowheads="1"/>
          </p:cNvSpPr>
          <p:nvPr/>
        </p:nvSpPr>
        <p:spPr bwMode="auto">
          <a:xfrm>
            <a:off x="302313" y="749812"/>
            <a:ext cx="32004000" cy="4656692"/>
          </a:xfrm>
          <a:prstGeom prst="round2DiagRect">
            <a:avLst/>
          </a:prstGeom>
          <a:solidFill>
            <a:schemeClr val="bg2"/>
          </a:solidFill>
          <a:ln w="9525">
            <a:noFill/>
            <a:miter lim="800000"/>
          </a:ln>
        </p:spPr>
        <p:txBody>
          <a:bodyPr lIns="82291" tIns="41146" rIns="82291" bIns="41146" anchor="ctr"/>
          <a:lstStyle>
            <a:defPPr>
              <a:defRPr kern="1200"/>
            </a:defPPr>
          </a:lstStyle>
          <a:p>
            <a:pPr algn="ctr" defTabSz="2821781">
              <a:defRPr/>
            </a:pPr>
            <a:endParaRPr lang="en-US" sz="3300" b="1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8" name="Title 11">
            <a:extLst>
              <a:ext uri="{FF2B5EF4-FFF2-40B4-BE49-F238E27FC236}">
                <a16:creationId xmlns:a16="http://schemas.microsoft.com/office/drawing/2014/main" id="{D3A698E4-5105-47D7-8AAB-C4BA53E6D379}"/>
              </a:ext>
            </a:extLst>
          </p:cNvPr>
          <p:cNvSpPr txBox="1"/>
          <p:nvPr/>
        </p:nvSpPr>
        <p:spPr>
          <a:xfrm>
            <a:off x="982677" y="838000"/>
            <a:ext cx="30861000" cy="2060201"/>
          </a:xfrm>
          <a:prstGeom prst="rect">
            <a:avLst/>
          </a:prstGeom>
        </p:spPr>
        <p:txBody>
          <a:bodyPr lIns="96012" tIns="48006" rIns="96012" bIns="48006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6400" b="1" dirty="0">
                <a:solidFill>
                  <a:schemeClr val="bg1"/>
                </a:solidFill>
                <a:latin typeface="Quattrocento" panose="02020802030000000404" pitchFamily="18" charset="0"/>
              </a:rPr>
            </a:br>
            <a:r>
              <a:rPr lang="en-US" sz="6400" b="1" dirty="0">
                <a:solidFill>
                  <a:schemeClr val="bg1"/>
                </a:solidFill>
                <a:latin typeface="Quattrocento" panose="02020802030000000404" pitchFamily="18" charset="0"/>
              </a:rPr>
              <a:t>Project Title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9FEE118B-FBC6-45D8-93CE-3A87E15AD5C3}"/>
              </a:ext>
            </a:extLst>
          </p:cNvPr>
          <p:cNvSpPr txBox="1"/>
          <p:nvPr/>
        </p:nvSpPr>
        <p:spPr>
          <a:xfrm>
            <a:off x="1028700" y="3124200"/>
            <a:ext cx="30861000" cy="2294474"/>
          </a:xfrm>
          <a:prstGeom prst="rect">
            <a:avLst/>
          </a:prstGeom>
        </p:spPr>
        <p:txBody>
          <a:bodyPr lIns="96012" tIns="48006" rIns="96012" bIns="48006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200" dirty="0">
                <a:solidFill>
                  <a:schemeClr val="bg1"/>
                </a:solidFill>
                <a:latin typeface="Quattrocento Sans" panose="020B0502050000020003" pitchFamily="34" charset="0"/>
              </a:rPr>
              <a:t> Student Names with Enrollment No.</a:t>
            </a:r>
          </a:p>
          <a:p>
            <a:pPr algn="ctr"/>
            <a:r>
              <a:rPr lang="en-US" sz="4200" dirty="0">
                <a:solidFill>
                  <a:schemeClr val="bg1"/>
                </a:solidFill>
                <a:latin typeface="Quattrocento Sans" panose="020B0502050000020003" pitchFamily="34" charset="0"/>
              </a:rPr>
              <a:t>Department Name, Acropolis Institute of Technology &amp; Research, Indore</a:t>
            </a:r>
          </a:p>
          <a:p>
            <a:pPr algn="ctr"/>
            <a:r>
              <a:rPr lang="en-US" sz="4200" dirty="0">
                <a:solidFill>
                  <a:schemeClr val="bg1"/>
                </a:solidFill>
                <a:latin typeface="Quattrocento Sans" panose="020B0502050000020003" pitchFamily="34" charset="0"/>
              </a:rPr>
              <a:t>Session: Jul. – Dec. 2024</a:t>
            </a: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6E6FAECA-7B53-459F-9726-99A6AE0B0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34" y="5674649"/>
            <a:ext cx="9715366" cy="8115301"/>
          </a:xfrm>
          <a:prstGeom prst="round2DiagRect">
            <a:avLst>
              <a:gd name="adj1" fmla="val 6827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algn="ctr" defTabSz="3526941">
              <a:defRPr/>
            </a:pPr>
            <a:endParaRPr lang="en-US" sz="2700" b="1">
              <a:noFill/>
              <a:latin typeface="Quattrocento" panose="02020802030000000404" pitchFamily="18" charset="0"/>
            </a:endParaRPr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65DEA53B-8C55-4281-8C92-1B2F1CBC7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1880" y="5674650"/>
            <a:ext cx="9715366" cy="822960"/>
          </a:xfrm>
          <a:prstGeom prst="round2DiagRect">
            <a:avLst>
              <a:gd name="adj1" fmla="val 30177"/>
              <a:gd name="adj2" fmla="val 0"/>
            </a:avLst>
          </a:prstGeom>
          <a:solidFill>
            <a:schemeClr val="accent1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algn="ctr" defTabSz="3526941">
              <a:defRPr/>
            </a:pPr>
            <a:r>
              <a:rPr lang="en-US" sz="3600" b="1" dirty="0">
                <a:solidFill>
                  <a:schemeClr val="bg1"/>
                </a:solidFill>
                <a:latin typeface="Quattrocento" panose="02020802030000000404" pitchFamily="18" charset="0"/>
              </a:rPr>
              <a:t>Methodology</a:t>
            </a:r>
          </a:p>
        </p:txBody>
      </p:sp>
      <p:sp>
        <p:nvSpPr>
          <p:cNvPr id="48" name="Rectangle 10">
            <a:extLst>
              <a:ext uri="{FF2B5EF4-FFF2-40B4-BE49-F238E27FC236}">
                <a16:creationId xmlns:a16="http://schemas.microsoft.com/office/drawing/2014/main" id="{E3FEBAB5-D47E-42BA-A84C-C1EA43E9E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0947" y="5674650"/>
            <a:ext cx="9715366" cy="822960"/>
          </a:xfrm>
          <a:prstGeom prst="round2DiagRect">
            <a:avLst>
              <a:gd name="adj1" fmla="val 30178"/>
              <a:gd name="adj2" fmla="val 0"/>
            </a:avLst>
          </a:prstGeom>
          <a:solidFill>
            <a:schemeClr val="accent1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algn="ctr" defTabSz="3526941">
              <a:defRPr/>
            </a:pPr>
            <a:r>
              <a:rPr lang="en-US" sz="3600" b="1" dirty="0">
                <a:solidFill>
                  <a:schemeClr val="bg1"/>
                </a:solidFill>
                <a:latin typeface="Quattrocento" panose="02020802030000000404" pitchFamily="18" charset="0"/>
              </a:rPr>
              <a:t>Results </a:t>
            </a:r>
          </a:p>
        </p:txBody>
      </p:sp>
      <p:sp>
        <p:nvSpPr>
          <p:cNvPr id="50" name="Rectangle 10">
            <a:extLst>
              <a:ext uri="{FF2B5EF4-FFF2-40B4-BE49-F238E27FC236}">
                <a16:creationId xmlns:a16="http://schemas.microsoft.com/office/drawing/2014/main" id="{C7AAC99D-FA63-4F20-9BC9-620B7B595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34" y="14376198"/>
            <a:ext cx="9715366" cy="822960"/>
          </a:xfrm>
          <a:prstGeom prst="round2DiagRect">
            <a:avLst>
              <a:gd name="adj1" fmla="val 30178"/>
              <a:gd name="adj2" fmla="val 0"/>
            </a:avLst>
          </a:prstGeom>
          <a:solidFill>
            <a:schemeClr val="accent1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algn="ctr" defTabSz="3526941">
              <a:defRPr/>
            </a:pPr>
            <a:r>
              <a:rPr lang="en-US" sz="3600" b="1" dirty="0">
                <a:solidFill>
                  <a:schemeClr val="bg1"/>
                </a:solidFill>
                <a:latin typeface="Quattrocento" panose="02020802030000000404" pitchFamily="18" charset="0"/>
              </a:rPr>
              <a:t>Introduction</a:t>
            </a:r>
          </a:p>
        </p:txBody>
      </p:sp>
      <p:sp>
        <p:nvSpPr>
          <p:cNvPr id="52" name="Rectangle 10">
            <a:extLst>
              <a:ext uri="{FF2B5EF4-FFF2-40B4-BE49-F238E27FC236}">
                <a16:creationId xmlns:a16="http://schemas.microsoft.com/office/drawing/2014/main" id="{48ED2435-580E-419E-B71D-5D8F033EB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3433" y="21564600"/>
            <a:ext cx="9715366" cy="822960"/>
          </a:xfrm>
          <a:prstGeom prst="round2DiagRect">
            <a:avLst>
              <a:gd name="adj1" fmla="val 33555"/>
              <a:gd name="adj2" fmla="val 0"/>
            </a:avLst>
          </a:prstGeom>
          <a:solidFill>
            <a:schemeClr val="accent1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algn="ctr" defTabSz="3526941">
              <a:defRPr/>
            </a:pPr>
            <a:r>
              <a:rPr lang="en-US" sz="3600" b="1" dirty="0">
                <a:solidFill>
                  <a:schemeClr val="bg1"/>
                </a:solidFill>
                <a:latin typeface="Quattrocento" panose="02020802030000000404" pitchFamily="18" charset="0"/>
              </a:rPr>
              <a:t>Conclusion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683D493E-8A89-4457-BD64-BF0D722F3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952" y="5966851"/>
            <a:ext cx="9252730" cy="65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3600" b="1">
                <a:latin typeface="Quattrocento" panose="02020802030000000404" pitchFamily="18" charset="0"/>
                <a:cs typeface="Arial" pitchFamily="34" charset="0"/>
              </a:rPr>
              <a:t>Abstract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7CC5E4-5857-4AD9-BC53-ECDA642EB874}"/>
              </a:ext>
            </a:extLst>
          </p:cNvPr>
          <p:cNvSpPr txBox="1"/>
          <p:nvPr/>
        </p:nvSpPr>
        <p:spPr>
          <a:xfrm>
            <a:off x="802952" y="6567745"/>
            <a:ext cx="9252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>
                <a:latin typeface="Quattrocento Sans" panose="020B050205000002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B6AC4A-C17C-4A50-801D-9D770B2D4747}"/>
              </a:ext>
            </a:extLst>
          </p:cNvPr>
          <p:cNvSpPr txBox="1"/>
          <p:nvPr/>
        </p:nvSpPr>
        <p:spPr>
          <a:xfrm>
            <a:off x="571634" y="15385018"/>
            <a:ext cx="9715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>
                <a:latin typeface="Quattrocento Sans" panose="020B050205000002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570BB-CDF7-4286-A7F3-F8768DEAAF9D}"/>
              </a:ext>
            </a:extLst>
          </p:cNvPr>
          <p:cNvSpPr txBox="1"/>
          <p:nvPr/>
        </p:nvSpPr>
        <p:spPr>
          <a:xfrm>
            <a:off x="11611880" y="6646304"/>
            <a:ext cx="9715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latin typeface="Quattrocento Sans" panose="020B050205000002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02AB78DF-FFEE-448D-966C-EA5988806A81}"/>
              </a:ext>
            </a:extLst>
          </p:cNvPr>
          <p:cNvSpPr txBox="1"/>
          <p:nvPr/>
        </p:nvSpPr>
        <p:spPr>
          <a:xfrm>
            <a:off x="22590947" y="6646304"/>
            <a:ext cx="9252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>
                <a:latin typeface="Quattrocento Sans" panose="020B050205000002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9259EE9-8D55-4A34-BCDD-8F3F221271A7}"/>
              </a:ext>
            </a:extLst>
          </p:cNvPr>
          <p:cNvSpPr txBox="1"/>
          <p:nvPr/>
        </p:nvSpPr>
        <p:spPr>
          <a:xfrm>
            <a:off x="22590947" y="22707600"/>
            <a:ext cx="9715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latin typeface="Quattrocento Sans" panose="020B050205000002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C6AD0D-6931-CA32-AD82-67C292188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1447800"/>
            <a:ext cx="3762809" cy="33282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4EDA28-6ECF-7925-C690-C02923BC45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3999" y="481666"/>
            <a:ext cx="3388385" cy="4699934"/>
          </a:xfrm>
          <a:prstGeom prst="rect">
            <a:avLst/>
          </a:prstGeom>
        </p:spPr>
      </p:pic>
      <p:sp>
        <p:nvSpPr>
          <p:cNvPr id="6" name="Rectangle 10">
            <a:extLst>
              <a:ext uri="{FF2B5EF4-FFF2-40B4-BE49-F238E27FC236}">
                <a16:creationId xmlns:a16="http://schemas.microsoft.com/office/drawing/2014/main" id="{FFBCFD01-5B6D-3BDF-CF62-5AA3DEFEB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34" y="27965400"/>
            <a:ext cx="9715366" cy="822960"/>
          </a:xfrm>
          <a:prstGeom prst="round2DiagRect">
            <a:avLst>
              <a:gd name="adj1" fmla="val 30178"/>
              <a:gd name="adj2" fmla="val 0"/>
            </a:avLst>
          </a:prstGeom>
          <a:solidFill>
            <a:schemeClr val="accent1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algn="ctr" defTabSz="3526941">
              <a:defRPr/>
            </a:pPr>
            <a:r>
              <a:rPr lang="en-US" sz="3600" b="1" dirty="0">
                <a:solidFill>
                  <a:schemeClr val="bg1"/>
                </a:solidFill>
                <a:latin typeface="Quattrocento" panose="02020802030000000404" pitchFamily="18" charset="0"/>
              </a:rPr>
              <a:t>Objectives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DF297CE2-54EB-00D3-27FF-7FAD31A13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5834" y="28971240"/>
            <a:ext cx="9715366" cy="822960"/>
          </a:xfrm>
          <a:prstGeom prst="round2DiagRect">
            <a:avLst>
              <a:gd name="adj1" fmla="val 33555"/>
              <a:gd name="adj2" fmla="val 0"/>
            </a:avLst>
          </a:prstGeom>
          <a:solidFill>
            <a:schemeClr val="accent1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algn="ctr" defTabSz="3526941">
              <a:defRPr/>
            </a:pPr>
            <a:r>
              <a:rPr lang="en-US" sz="3600" b="1" dirty="0">
                <a:solidFill>
                  <a:schemeClr val="bg1"/>
                </a:solidFill>
                <a:latin typeface="Quattrocento" panose="02020802030000000404" pitchFamily="18" charset="0"/>
              </a:rPr>
              <a:t>Acknowledgement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2C6452-CF00-7EBC-6678-15948D742171}"/>
              </a:ext>
            </a:extLst>
          </p:cNvPr>
          <p:cNvSpPr txBox="1"/>
          <p:nvPr/>
        </p:nvSpPr>
        <p:spPr>
          <a:xfrm>
            <a:off x="22822034" y="30170735"/>
            <a:ext cx="9715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latin typeface="Quattrocento Sans" panose="020B050205000002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Project Guide, Project </a:t>
            </a:r>
            <a:r>
              <a:rPr lang="en-US" sz="2400" dirty="0" err="1">
                <a:latin typeface="Quattrocento Sans" panose="020B050205000002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Incharge</a:t>
            </a:r>
            <a:r>
              <a:rPr lang="en-US" sz="2400" dirty="0">
                <a:latin typeface="Quattrocento Sans" panose="020B050205000002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Project Coordinator and </a:t>
            </a:r>
            <a:r>
              <a:rPr lang="en-US" sz="2400" dirty="0" err="1">
                <a:latin typeface="Quattrocento Sans" panose="020B050205000002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HoD</a:t>
            </a:r>
            <a:endParaRPr lang="en-US" sz="2400" dirty="0">
              <a:latin typeface="Quattrocento Sans" panose="020B050205000002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melancholymedallion|08-2022"/>
</p:tagLst>
</file>

<file path=ppt/theme/theme1.xml><?xml version="1.0" encoding="utf-8"?>
<a:theme xmlns:a="http://schemas.openxmlformats.org/drawingml/2006/main" name="Default Design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3390</TotalTime>
  <Words>103</Words>
  <Application>Microsoft Office PowerPoint</Application>
  <PresentationFormat>Custom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Quattrocento</vt:lpstr>
      <vt:lpstr>Arial</vt:lpstr>
      <vt:lpstr>Quattrocento Sans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Template For Scientific Poster Presentation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Deepak Singh Chouhan</cp:lastModifiedBy>
  <cp:revision>166</cp:revision>
  <cp:lastPrinted>2006-08-04T02:22:52Z</cp:lastPrinted>
  <dcterms:modified xsi:type="dcterms:W3CDTF">2024-11-07T08:48:04Z</dcterms:modified>
  <cp:category>science research poster</cp:category>
</cp:coreProperties>
</file>