
<file path=[Content_Types].xml><?xml version="1.0" encoding="utf-8"?>
<Types xmlns="http://schemas.openxmlformats.org/package/2006/content-types">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notesSlides/notesSlide1.xml" ContentType="application/vnd.openxmlformats-officedocument.presentationml.notesSlide+xml"/>
  <Override PartName="/ppt/slideMasters/slideMaster1.xml" ContentType="application/vnd.openxmlformats-officedocument.presentationml.slideMaster+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s/slide1.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Default Extension="fntdata" ContentType="application/x-fontdata"/>
  <Override PartName="/ppt/tags/tag1.xml" ContentType="application/vnd.openxmlformats-officedocument.presentationml.tags+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3"/>
  </p:notesMasterIdLst>
  <p:handoutMasterIdLst>
    <p:handoutMasterId r:id="rId4"/>
  </p:handoutMasterIdLst>
  <p:sldIdLst>
    <p:sldId id="256" r:id="rId2"/>
  </p:sldIdLst>
  <p:sldSz cx="32918400" cy="32918400"/>
  <p:notesSz cx="37441188" cy="51206400"/>
  <p:embeddedFontLst>
    <p:embeddedFont>
      <p:font typeface="Quattrocento" charset="0"/>
      <p:regular r:id="rId5"/>
      <p:bold r:id="rId6"/>
    </p:embeddedFont>
    <p:embeddedFont>
      <p:font typeface="Quattrocento Sans" charset="0"/>
      <p:regular r:id="rId7"/>
      <p:bold r:id="rId8"/>
      <p:italic r:id="rId9"/>
      <p:boldItalic r:id="rId10"/>
    </p:embeddedFont>
    <p:embeddedFont>
      <p:font typeface="ＭＳ Ｐゴシック" pitchFamily="34" charset="-128"/>
      <p:regular r:id="rId11"/>
    </p:embeddedFont>
    <p:embeddedFont>
      <p:font typeface="Open Sans" pitchFamily="34" charset="0"/>
      <p:regular r:id="rId12"/>
    </p:embeddedFont>
  </p:embeddedFontLst>
  <p:custDataLst>
    <p:tags r:id="rId13"/>
  </p:custDataLst>
  <p:defaultTextStyle>
    <a:defPPr>
      <a:defRPr lang="en-US"/>
    </a:defPPr>
    <a:lvl1pPr algn="l" rtl="0" fontAlgn="base">
      <a:spcBef>
        <a:spcPct val="0"/>
      </a:spcBef>
      <a:spcAft>
        <a:spcPct val="0"/>
      </a:spcAft>
      <a:defRPr sz="3000" kern="1200">
        <a:solidFill>
          <a:schemeClr val="tx1"/>
        </a:solidFill>
        <a:latin typeface="Arial"/>
        <a:ea typeface="+mn-ea"/>
        <a:cs typeface="+mn-cs"/>
      </a:defRPr>
    </a:lvl1pPr>
    <a:lvl2pPr marL="457200" algn="l" rtl="0" fontAlgn="base">
      <a:spcBef>
        <a:spcPct val="0"/>
      </a:spcBef>
      <a:spcAft>
        <a:spcPct val="0"/>
      </a:spcAft>
      <a:defRPr sz="3000" kern="1200">
        <a:solidFill>
          <a:schemeClr val="tx1"/>
        </a:solidFill>
        <a:latin typeface="Arial"/>
        <a:ea typeface="+mn-ea"/>
        <a:cs typeface="+mn-cs"/>
      </a:defRPr>
    </a:lvl2pPr>
    <a:lvl3pPr marL="914400" algn="l" rtl="0" fontAlgn="base">
      <a:spcBef>
        <a:spcPct val="0"/>
      </a:spcBef>
      <a:spcAft>
        <a:spcPct val="0"/>
      </a:spcAft>
      <a:defRPr sz="3000" kern="1200">
        <a:solidFill>
          <a:schemeClr val="tx1"/>
        </a:solidFill>
        <a:latin typeface="Arial"/>
        <a:ea typeface="+mn-ea"/>
        <a:cs typeface="+mn-cs"/>
      </a:defRPr>
    </a:lvl3pPr>
    <a:lvl4pPr marL="1371600" algn="l" rtl="0" fontAlgn="base">
      <a:spcBef>
        <a:spcPct val="0"/>
      </a:spcBef>
      <a:spcAft>
        <a:spcPct val="0"/>
      </a:spcAft>
      <a:defRPr sz="3000" kern="1200">
        <a:solidFill>
          <a:schemeClr val="tx1"/>
        </a:solidFill>
        <a:latin typeface="Arial"/>
        <a:ea typeface="+mn-ea"/>
        <a:cs typeface="+mn-cs"/>
      </a:defRPr>
    </a:lvl4pPr>
    <a:lvl5pPr marL="1828800" algn="l" rtl="0" fontAlgn="base">
      <a:spcBef>
        <a:spcPct val="0"/>
      </a:spcBef>
      <a:spcAft>
        <a:spcPct val="0"/>
      </a:spcAft>
      <a:defRPr sz="3000" kern="1200">
        <a:solidFill>
          <a:schemeClr val="tx1"/>
        </a:solidFill>
        <a:latin typeface="Arial"/>
        <a:ea typeface="+mn-ea"/>
        <a:cs typeface="+mn-cs"/>
      </a:defRPr>
    </a:lvl5pPr>
    <a:lvl6pPr marL="2286000" algn="l" defTabSz="914400" rtl="0" eaLnBrk="1" latinLnBrk="0" hangingPunct="1">
      <a:defRPr sz="3000" kern="1200">
        <a:solidFill>
          <a:schemeClr val="tx1"/>
        </a:solidFill>
        <a:latin typeface="Arial"/>
        <a:ea typeface="+mn-ea"/>
        <a:cs typeface="+mn-cs"/>
      </a:defRPr>
    </a:lvl6pPr>
    <a:lvl7pPr marL="2743200" algn="l" defTabSz="914400" rtl="0" eaLnBrk="1" latinLnBrk="0" hangingPunct="1">
      <a:defRPr sz="3000" kern="1200">
        <a:solidFill>
          <a:schemeClr val="tx1"/>
        </a:solidFill>
        <a:latin typeface="Arial"/>
        <a:ea typeface="+mn-ea"/>
        <a:cs typeface="+mn-cs"/>
      </a:defRPr>
    </a:lvl7pPr>
    <a:lvl8pPr marL="3200400" algn="l" defTabSz="914400" rtl="0" eaLnBrk="1" latinLnBrk="0" hangingPunct="1">
      <a:defRPr sz="3000" kern="1200">
        <a:solidFill>
          <a:schemeClr val="tx1"/>
        </a:solidFill>
        <a:latin typeface="Arial"/>
        <a:ea typeface="+mn-ea"/>
        <a:cs typeface="+mn-cs"/>
      </a:defRPr>
    </a:lvl8pPr>
    <a:lvl9pPr marL="3657600" algn="l" defTabSz="914400" rtl="0" eaLnBrk="1" latinLnBrk="0" hangingPunct="1">
      <a:defRPr sz="3000" kern="1200">
        <a:solidFill>
          <a:schemeClr val="tx1"/>
        </a:solidFill>
        <a:latin typeface="Arial"/>
        <a:ea typeface="+mn-ea"/>
        <a:cs typeface="+mn-cs"/>
      </a:defRPr>
    </a:lvl9pPr>
  </p:defaultTextStyle>
  <p:extLst>
    <p:ext uri="{EFAFB233-063F-42B5-8137-9DF3F51BA10A}">
      <p15:sldGuideLst xmlns="" xmlns:p15="http://schemas.microsoft.com/office/powerpoint/2012/main">
        <p15:guide id="1" orient="horz" pos="9552" userDrawn="1">
          <p15:clr>
            <a:srgbClr val="A4A3A4"/>
          </p15:clr>
        </p15:guide>
        <p15:guide id="2" pos="192" userDrawn="1">
          <p15:clr>
            <a:srgbClr val="A4A3A4"/>
          </p15:clr>
        </p15:guide>
      </p15:sldGuideLst>
    </p:ext>
    <p:ext uri="{2D200454-40CA-4A62-9FC3-DE9A4176ACB9}">
      <p15:notes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vertBarState="minimized" horzBarState="maximized">
    <p:restoredLeft sz="15620"/>
    <p:restoredTop sz="94660" autoAdjust="0"/>
  </p:normalViewPr>
  <p:slideViewPr>
    <p:cSldViewPr>
      <p:cViewPr>
        <p:scale>
          <a:sx n="30" d="100"/>
          <a:sy n="30" d="100"/>
        </p:scale>
        <p:origin x="-804" y="3162"/>
      </p:cViewPr>
      <p:guideLst>
        <p:guide orient="horz" pos="9552"/>
        <p:guide pos="192"/>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notesViewPr>
    <p:cSldViewPr>
      <p:cViewPr>
        <p:scale>
          <a:sx n="66" d="100"/>
          <a:sy n="66" d="100"/>
        </p:scale>
        <p:origin x="0" y="0"/>
      </p:cViewPr>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font" Target="fonts/font4.fntdata"/><Relationship Id="rId13" Type="http://schemas.openxmlformats.org/officeDocument/2006/relationships/tags" Target="tags/tag1.xml"/><Relationship Id="rId3" Type="http://schemas.openxmlformats.org/officeDocument/2006/relationships/notesMaster" Target="notesMasters/notesMaster1.xml"/><Relationship Id="rId7" Type="http://schemas.openxmlformats.org/officeDocument/2006/relationships/font" Target="fonts/font3.fntdata"/><Relationship Id="rId12" Type="http://schemas.openxmlformats.org/officeDocument/2006/relationships/font" Target="fonts/font8.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font" Target="fonts/font2.fntdata"/><Relationship Id="rId11" Type="http://schemas.openxmlformats.org/officeDocument/2006/relationships/font" Target="fonts/font7.fntdata"/><Relationship Id="rId5" Type="http://schemas.openxmlformats.org/officeDocument/2006/relationships/font" Target="fonts/font1.fntdata"/><Relationship Id="rId15" Type="http://schemas.openxmlformats.org/officeDocument/2006/relationships/viewProps" Target="viewProps.xml"/><Relationship Id="rId10" Type="http://schemas.openxmlformats.org/officeDocument/2006/relationships/font" Target="fonts/font6.fntdata"/><Relationship Id="rId4" Type="http://schemas.openxmlformats.org/officeDocument/2006/relationships/handoutMaster" Target="handoutMasters/handoutMaster1.xml"/><Relationship Id="rId9" Type="http://schemas.openxmlformats.org/officeDocument/2006/relationships/font" Target="fonts/font5.fntdata"/><Relationship Id="rId14" Type="http://schemas.openxmlformats.org/officeDocument/2006/relationships/presProps" Target="presProps.xml"/></Relationships>
</file>

<file path=ppt/_rels/viewProps.xml.rels><?xml version="1.0" encoding="UTF-8" standalone="yes"?>
<Relationships xmlns="http://schemas.openxmlformats.org/package/2006/relationships"><Relationship Id="rId1"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1026"/>
          <p:cNvSpPr>
            <a:spLocks noGrp="1" noChangeArrowheads="1"/>
          </p:cNvSpPr>
          <p:nvPr>
            <p:ph type="hdr" sz="quarter"/>
          </p:nvPr>
        </p:nvSpPr>
        <p:spPr bwMode="auto">
          <a:xfrm>
            <a:off x="0" y="0"/>
            <a:ext cx="16224250" cy="2827338"/>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537031" tIns="268519" rIns="537031" bIns="268519" anchor="t" anchorCtr="0" compatLnSpc="1">
            <a:prstTxWarp prst="textNoShape">
              <a:avLst/>
            </a:prstTxWarp>
          </a:bodyPr>
          <a:lstStyle>
            <a:defPPr>
              <a:defRPr kern="1200"/>
            </a:defPPr>
            <a:lvl1pPr defTabSz="5373688">
              <a:defRPr sz="7100" smtClean="0"/>
            </a:lvl1pPr>
          </a:lstStyle>
          <a:p>
            <a:pPr>
              <a:defRPr/>
            </a:pPr>
            <a:endParaRPr lang="en-US"/>
          </a:p>
        </p:txBody>
      </p:sp>
      <p:sp>
        <p:nvSpPr>
          <p:cNvPr id="4099" name="Rectangle 1027"/>
          <p:cNvSpPr>
            <a:spLocks noGrp="1" noChangeArrowheads="1"/>
          </p:cNvSpPr>
          <p:nvPr>
            <p:ph type="dt" sz="quarter" idx="1"/>
          </p:nvPr>
        </p:nvSpPr>
        <p:spPr bwMode="auto">
          <a:xfrm>
            <a:off x="21216938" y="0"/>
            <a:ext cx="16224250" cy="2827338"/>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537031" tIns="268519" rIns="537031" bIns="268519" anchor="t" anchorCtr="0" compatLnSpc="1">
            <a:prstTxWarp prst="textNoShape">
              <a:avLst/>
            </a:prstTxWarp>
          </a:bodyPr>
          <a:lstStyle>
            <a:defPPr>
              <a:defRPr kern="1200"/>
            </a:defPPr>
            <a:lvl1pPr algn="r" defTabSz="5373688">
              <a:defRPr sz="7100" smtClean="0"/>
            </a:lvl1pPr>
          </a:lstStyle>
          <a:p>
            <a:pPr>
              <a:defRPr/>
            </a:pPr>
            <a:endParaRPr lang="en-US"/>
          </a:p>
        </p:txBody>
      </p:sp>
      <p:sp>
        <p:nvSpPr>
          <p:cNvPr id="4100" name="Rectangle 1028"/>
          <p:cNvSpPr>
            <a:spLocks noGrp="1" noChangeArrowheads="1"/>
          </p:cNvSpPr>
          <p:nvPr>
            <p:ph type="ftr" sz="quarter" idx="2"/>
          </p:nvPr>
        </p:nvSpPr>
        <p:spPr bwMode="auto">
          <a:xfrm>
            <a:off x="0" y="53722588"/>
            <a:ext cx="16224250" cy="2827337"/>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537031" tIns="268519" rIns="537031" bIns="268519" anchor="b" anchorCtr="0" compatLnSpc="1">
            <a:prstTxWarp prst="textNoShape">
              <a:avLst/>
            </a:prstTxWarp>
          </a:bodyPr>
          <a:lstStyle>
            <a:defPPr>
              <a:defRPr kern="1200"/>
            </a:defPPr>
            <a:lvl1pPr defTabSz="5373688">
              <a:defRPr sz="7100" smtClean="0"/>
            </a:lvl1pPr>
          </a:lstStyle>
          <a:p>
            <a:pPr>
              <a:defRPr/>
            </a:pPr>
            <a:endParaRPr lang="en-US"/>
          </a:p>
        </p:txBody>
      </p:sp>
      <p:sp>
        <p:nvSpPr>
          <p:cNvPr id="4101" name="Rectangle 1029"/>
          <p:cNvSpPr>
            <a:spLocks noGrp="1" noChangeArrowheads="1"/>
          </p:cNvSpPr>
          <p:nvPr>
            <p:ph type="sldNum" sz="quarter" idx="3"/>
          </p:nvPr>
        </p:nvSpPr>
        <p:spPr bwMode="auto">
          <a:xfrm>
            <a:off x="21216938" y="53722588"/>
            <a:ext cx="16224250" cy="2827337"/>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537031" tIns="268519" rIns="537031" bIns="268519" anchor="b" anchorCtr="0" compatLnSpc="1">
            <a:prstTxWarp prst="textNoShape">
              <a:avLst/>
            </a:prstTxWarp>
          </a:bodyPr>
          <a:lstStyle>
            <a:defPPr>
              <a:defRPr kern="1200"/>
            </a:defPPr>
            <a:lvl1pPr algn="r" defTabSz="5373688">
              <a:defRPr sz="7100" smtClean="0"/>
            </a:lvl1pPr>
          </a:lstStyle>
          <a:p>
            <a:pPr>
              <a:defRPr/>
            </a:pPr>
            <a:fld id="{C3821831-2B9E-4755-9FF2-D0B0BEF81726}" type="slidenum">
              <a:rPr lang="en-US"/>
              <a:pPr>
                <a:defRPr/>
              </a:pPr>
              <a:t>‹#›</a:t>
            </a:fld>
            <a:endParaRPr lang="en-US"/>
          </a:p>
        </p:txBody>
      </p:sp>
    </p:spTree>
    <p:extLst>
      <p:ext uri="{BB962C8B-B14F-4D97-AF65-F5344CB8AC3E}">
        <p14:creationId xmlns="" xmlns:p14="http://schemas.microsoft.com/office/powerpoint/2010/main" val="224416887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410" name="Rectangle 2"/>
          <p:cNvSpPr>
            <a:spLocks noGrp="1" noChangeArrowheads="1"/>
          </p:cNvSpPr>
          <p:nvPr>
            <p:ph type="hdr" sz="quarter"/>
          </p:nvPr>
        </p:nvSpPr>
        <p:spPr bwMode="auto">
          <a:xfrm>
            <a:off x="0" y="0"/>
            <a:ext cx="16224250" cy="2827338"/>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539231" tIns="269615" rIns="539231" bIns="269615" anchor="t" anchorCtr="0" compatLnSpc="1">
            <a:prstTxWarp prst="textNoShape">
              <a:avLst/>
            </a:prstTxWarp>
          </a:bodyPr>
          <a:lstStyle>
            <a:defPPr>
              <a:defRPr kern="1200"/>
            </a:defPPr>
            <a:lvl1pPr defTabSz="5392738">
              <a:defRPr sz="7100" smtClean="0"/>
            </a:lvl1pPr>
          </a:lstStyle>
          <a:p>
            <a:pPr>
              <a:defRPr/>
            </a:pPr>
            <a:endParaRPr lang="en-US"/>
          </a:p>
        </p:txBody>
      </p:sp>
      <p:sp>
        <p:nvSpPr>
          <p:cNvPr id="17411" name="Rectangle 3"/>
          <p:cNvSpPr>
            <a:spLocks noGrp="1" noChangeArrowheads="1"/>
          </p:cNvSpPr>
          <p:nvPr>
            <p:ph type="dt" idx="1"/>
          </p:nvPr>
        </p:nvSpPr>
        <p:spPr bwMode="auto">
          <a:xfrm>
            <a:off x="21207412" y="0"/>
            <a:ext cx="16225838" cy="2827338"/>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539231" tIns="269615" rIns="539231" bIns="269615" anchor="t" anchorCtr="0" compatLnSpc="1">
            <a:prstTxWarp prst="textNoShape">
              <a:avLst/>
            </a:prstTxWarp>
          </a:bodyPr>
          <a:lstStyle>
            <a:defPPr>
              <a:defRPr kern="1200"/>
            </a:defPPr>
            <a:lvl1pPr algn="r" defTabSz="5392738">
              <a:defRPr sz="7100" smtClean="0"/>
            </a:lvl1pPr>
          </a:lstStyle>
          <a:p>
            <a:pPr>
              <a:defRPr/>
            </a:pPr>
            <a:endParaRPr lang="en-US"/>
          </a:p>
        </p:txBody>
      </p:sp>
      <p:sp>
        <p:nvSpPr>
          <p:cNvPr id="3076" name="Rectangle 4"/>
          <p:cNvSpPr>
            <a:spLocks noGrp="1" noRot="1" noChangeAspect="1" noChangeArrowheads="1" noTextEdit="1"/>
          </p:cNvSpPr>
          <p:nvPr>
            <p:ph type="sldImg" idx="2"/>
          </p:nvPr>
        </p:nvSpPr>
        <p:spPr bwMode="auto">
          <a:xfrm>
            <a:off x="8116888" y="4241800"/>
            <a:ext cx="21207412" cy="21205825"/>
          </a:xfrm>
          <a:prstGeom prst="rect">
            <a:avLst/>
          </a:prstGeom>
          <a:noFill/>
          <a:ln w="9525">
            <a:solidFill>
              <a:srgbClr val="000000"/>
            </a:solidFill>
            <a:miter lim="800000"/>
          </a:ln>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dist="35921" dir="2700000" algn="ctr" rotWithShape="0">
                    <a:srgbClr val="808080"/>
                  </a:outerShdw>
                </a:effectLst>
              </a14:hiddenEffects>
            </a:ext>
            <a:ext uri="{53640926-AAD7-44D8-BBD7-CCE9431645EC}">
              <a14:shadowObscured xmlns="" xmlns:a14="http://schemas.microsoft.com/office/drawing/2010/main" val="1"/>
            </a:ext>
          </a:extLst>
        </p:spPr>
      </p:sp>
      <p:sp>
        <p:nvSpPr>
          <p:cNvPr id="17413" name="Rectangle 5"/>
          <p:cNvSpPr>
            <a:spLocks noGrp="1" noChangeArrowheads="1"/>
          </p:cNvSpPr>
          <p:nvPr>
            <p:ph type="body" sz="quarter" idx="3"/>
          </p:nvPr>
        </p:nvSpPr>
        <p:spPr bwMode="auto">
          <a:xfrm>
            <a:off x="3744913" y="26860500"/>
            <a:ext cx="29952950" cy="25447625"/>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539231" tIns="269615" rIns="539231" bIns="269615" anchor="t" anchorCtr="0" compatLnSpc="1">
            <a:prstTxWarp prst="textNoShape">
              <a:avLst/>
            </a:prstTxWarp>
          </a:bodyPr>
          <a:lstStyle>
            <a:defPPr>
              <a:defRPr kern="1200"/>
            </a:def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414" name="Rectangle 6"/>
          <p:cNvSpPr>
            <a:spLocks noGrp="1" noChangeArrowheads="1"/>
          </p:cNvSpPr>
          <p:nvPr>
            <p:ph type="ftr" sz="quarter" idx="4"/>
          </p:nvPr>
        </p:nvSpPr>
        <p:spPr bwMode="auto">
          <a:xfrm>
            <a:off x="0" y="53713062"/>
            <a:ext cx="16224250" cy="2827337"/>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539231" tIns="269615" rIns="539231" bIns="269615" anchor="b" anchorCtr="0" compatLnSpc="1">
            <a:prstTxWarp prst="textNoShape">
              <a:avLst/>
            </a:prstTxWarp>
          </a:bodyPr>
          <a:lstStyle>
            <a:defPPr>
              <a:defRPr kern="1200"/>
            </a:defPPr>
            <a:lvl1pPr defTabSz="5392738">
              <a:defRPr sz="7100" smtClean="0"/>
            </a:lvl1pPr>
          </a:lstStyle>
          <a:p>
            <a:pPr>
              <a:defRPr/>
            </a:pPr>
            <a:endParaRPr lang="en-US"/>
          </a:p>
        </p:txBody>
      </p:sp>
      <p:sp>
        <p:nvSpPr>
          <p:cNvPr id="17415" name="Rectangle 7"/>
          <p:cNvSpPr>
            <a:spLocks noGrp="1" noChangeArrowheads="1"/>
          </p:cNvSpPr>
          <p:nvPr>
            <p:ph type="sldNum" sz="quarter" idx="5"/>
          </p:nvPr>
        </p:nvSpPr>
        <p:spPr bwMode="auto">
          <a:xfrm>
            <a:off x="21207412" y="53713062"/>
            <a:ext cx="16225838" cy="2827337"/>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539231" tIns="269615" rIns="539231" bIns="269615" anchor="b" anchorCtr="0" compatLnSpc="1">
            <a:prstTxWarp prst="textNoShape">
              <a:avLst/>
            </a:prstTxWarp>
          </a:bodyPr>
          <a:lstStyle>
            <a:defPPr>
              <a:defRPr kern="1200"/>
            </a:defPPr>
            <a:lvl1pPr algn="r" defTabSz="5392738">
              <a:defRPr sz="7100" smtClean="0"/>
            </a:lvl1pPr>
          </a:lstStyle>
          <a:p>
            <a:pPr>
              <a:defRPr/>
            </a:pPr>
            <a:fld id="{A7A3E3C6-57BD-4827-A686-7B170B46C045}" type="slidenum">
              <a:rPr lang="en-US"/>
              <a:pPr>
                <a:defRPr/>
              </a:pPr>
              <a:t>‹#›</a:t>
            </a:fld>
            <a:endParaRPr lang="en-US"/>
          </a:p>
        </p:txBody>
      </p:sp>
    </p:spTree>
    <p:extLst>
      <p:ext uri="{BB962C8B-B14F-4D97-AF65-F5344CB8AC3E}">
        <p14:creationId xmlns="" xmlns:p14="http://schemas.microsoft.com/office/powerpoint/2010/main" val="166873502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a:ea typeface="+mn-ea"/>
        <a:cs typeface="+mn-cs"/>
      </a:defRPr>
    </a:lvl1pPr>
    <a:lvl2pPr marL="457200" algn="l" rtl="0" eaLnBrk="0" fontAlgn="base" hangingPunct="0">
      <a:spcBef>
        <a:spcPct val="30000"/>
      </a:spcBef>
      <a:spcAft>
        <a:spcPct val="0"/>
      </a:spcAft>
      <a:defRPr sz="1200" kern="1200">
        <a:solidFill>
          <a:schemeClr val="tx1"/>
        </a:solidFill>
        <a:latin typeface="Arial"/>
        <a:ea typeface="+mn-ea"/>
        <a:cs typeface="+mn-cs"/>
      </a:defRPr>
    </a:lvl2pPr>
    <a:lvl3pPr marL="914400" algn="l" rtl="0" eaLnBrk="0" fontAlgn="base" hangingPunct="0">
      <a:spcBef>
        <a:spcPct val="30000"/>
      </a:spcBef>
      <a:spcAft>
        <a:spcPct val="0"/>
      </a:spcAft>
      <a:defRPr sz="1200" kern="1200">
        <a:solidFill>
          <a:schemeClr val="tx1"/>
        </a:solidFill>
        <a:latin typeface="Arial"/>
        <a:ea typeface="+mn-ea"/>
        <a:cs typeface="+mn-cs"/>
      </a:defRPr>
    </a:lvl3pPr>
    <a:lvl4pPr marL="1371600" algn="l" rtl="0" eaLnBrk="0" fontAlgn="base" hangingPunct="0">
      <a:spcBef>
        <a:spcPct val="30000"/>
      </a:spcBef>
      <a:spcAft>
        <a:spcPct val="0"/>
      </a:spcAft>
      <a:defRPr sz="1200" kern="1200">
        <a:solidFill>
          <a:schemeClr val="tx1"/>
        </a:solidFill>
        <a:latin typeface="Arial"/>
        <a:ea typeface="+mn-ea"/>
        <a:cs typeface="+mn-cs"/>
      </a:defRPr>
    </a:lvl4pPr>
    <a:lvl5pPr marL="1828800" algn="l" rtl="0" eaLnBrk="0" fontAlgn="base" hangingPunct="0">
      <a:spcBef>
        <a:spcPct val="30000"/>
      </a:spcBef>
      <a:spcAft>
        <a:spcPct val="0"/>
      </a:spcAft>
      <a:defRPr sz="1200" kern="1200">
        <a:solidFill>
          <a:schemeClr val="tx1"/>
        </a:solidFill>
        <a:latin typeface="Arial"/>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p:cNvSpPr>
            <a:spLocks noGrp="1" noChangeArrowheads="1"/>
          </p:cNvSpPr>
          <p:nvPr>
            <p:ph type="sldNum" sz="quarter" idx="5"/>
          </p:nvPr>
        </p:nvSpPr>
        <p:spPr>
          <a:noFill/>
        </p:spPr>
        <p:txBody>
          <a:bodyPr/>
          <a:lstStyle>
            <a:defPPr>
              <a:defRPr kern="1200"/>
            </a:defPPr>
            <a:lvl1pPr defTabSz="5392738" eaLnBrk="0" hangingPunct="0">
              <a:defRPr sz="3000">
                <a:solidFill>
                  <a:schemeClr val="tx1"/>
                </a:solidFill>
                <a:latin typeface="Arial"/>
              </a:defRPr>
            </a:lvl1pPr>
            <a:lvl2pPr marL="742950" indent="-285750" defTabSz="5392738" eaLnBrk="0" hangingPunct="0">
              <a:defRPr sz="3000">
                <a:solidFill>
                  <a:schemeClr val="tx1"/>
                </a:solidFill>
                <a:latin typeface="Arial"/>
              </a:defRPr>
            </a:lvl2pPr>
            <a:lvl3pPr marL="1143000" indent="-228600" defTabSz="5392738" eaLnBrk="0" hangingPunct="0">
              <a:defRPr sz="3000">
                <a:solidFill>
                  <a:schemeClr val="tx1"/>
                </a:solidFill>
                <a:latin typeface="Arial"/>
              </a:defRPr>
            </a:lvl3pPr>
            <a:lvl4pPr marL="1600200" indent="-228600" defTabSz="5392738" eaLnBrk="0" hangingPunct="0">
              <a:defRPr sz="3000">
                <a:solidFill>
                  <a:schemeClr val="tx1"/>
                </a:solidFill>
                <a:latin typeface="Arial"/>
              </a:defRPr>
            </a:lvl4pPr>
            <a:lvl5pPr marL="2057400" indent="-228600" defTabSz="5392738" eaLnBrk="0" hangingPunct="0">
              <a:defRPr sz="3000">
                <a:solidFill>
                  <a:schemeClr val="tx1"/>
                </a:solidFill>
                <a:latin typeface="Arial"/>
              </a:defRPr>
            </a:lvl5pPr>
            <a:lvl6pPr marL="2514600" indent="-228600" defTabSz="5392738" eaLnBrk="0" fontAlgn="base" hangingPunct="0">
              <a:spcBef>
                <a:spcPct val="0"/>
              </a:spcBef>
              <a:spcAft>
                <a:spcPct val="0"/>
              </a:spcAft>
              <a:defRPr sz="3000">
                <a:solidFill>
                  <a:schemeClr val="tx1"/>
                </a:solidFill>
                <a:latin typeface="Arial"/>
              </a:defRPr>
            </a:lvl6pPr>
            <a:lvl7pPr marL="2971800" indent="-228600" defTabSz="5392738" eaLnBrk="0" fontAlgn="base" hangingPunct="0">
              <a:spcBef>
                <a:spcPct val="0"/>
              </a:spcBef>
              <a:spcAft>
                <a:spcPct val="0"/>
              </a:spcAft>
              <a:defRPr sz="3000">
                <a:solidFill>
                  <a:schemeClr val="tx1"/>
                </a:solidFill>
                <a:latin typeface="Arial"/>
              </a:defRPr>
            </a:lvl7pPr>
            <a:lvl8pPr marL="3429000" indent="-228600" defTabSz="5392738" eaLnBrk="0" fontAlgn="base" hangingPunct="0">
              <a:spcBef>
                <a:spcPct val="0"/>
              </a:spcBef>
              <a:spcAft>
                <a:spcPct val="0"/>
              </a:spcAft>
              <a:defRPr sz="3000">
                <a:solidFill>
                  <a:schemeClr val="tx1"/>
                </a:solidFill>
                <a:latin typeface="Arial"/>
              </a:defRPr>
            </a:lvl8pPr>
            <a:lvl9pPr marL="3886200" indent="-228600" defTabSz="5392738" eaLnBrk="0" fontAlgn="base" hangingPunct="0">
              <a:spcBef>
                <a:spcPct val="0"/>
              </a:spcBef>
              <a:spcAft>
                <a:spcPct val="0"/>
              </a:spcAft>
              <a:defRPr sz="3000">
                <a:solidFill>
                  <a:schemeClr val="tx1"/>
                </a:solidFill>
                <a:latin typeface="Arial"/>
              </a:defRPr>
            </a:lvl9pPr>
          </a:lstStyle>
          <a:p>
            <a:pPr eaLnBrk="1" hangingPunct="1"/>
            <a:fld id="{8013D4E7-0005-4E28-B809-46F629ED953E}" type="slidenum">
              <a:rPr lang="en-US" sz="7100"/>
              <a:pPr eaLnBrk="1" hangingPunct="1"/>
              <a:t>1</a:t>
            </a:fld>
            <a:endParaRPr lang="en-US" sz="7100"/>
          </a:p>
        </p:txBody>
      </p:sp>
      <p:sp>
        <p:nvSpPr>
          <p:cNvPr id="4099" name="Rectangle 2"/>
          <p:cNvSpPr>
            <a:spLocks noGrp="1" noRot="1" noChangeAspect="1" noChangeArrowheads="1" noTextEdit="1"/>
          </p:cNvSpPr>
          <p:nvPr>
            <p:ph type="sldImg"/>
          </p:nvPr>
        </p:nvSpPr>
        <p:spPr>
          <a:xfrm>
            <a:off x="8116888" y="4241800"/>
            <a:ext cx="21207412" cy="21205825"/>
          </a:xfrm>
        </p:spPr>
      </p:sp>
      <p:sp>
        <p:nvSpPr>
          <p:cNvPr id="4100" name="Rectangle 3"/>
          <p:cNvSpPr>
            <a:spLocks noGrp="1" noChangeArrowheads="1"/>
          </p:cNvSpPr>
          <p:nvPr>
            <p:ph type="body" idx="1"/>
          </p:nvPr>
        </p:nvSpPr>
        <p:spPr>
          <a:noFill/>
        </p:spPr>
        <p:txBody>
          <a:bodyPr/>
          <a:lstStyle>
            <a:defPPr>
              <a:defRPr kern="1200"/>
            </a:defPPr>
          </a:lstStyle>
          <a:p>
            <a:pPr eaLnBrk="1" hangingPunct="1"/>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69356" y="10226675"/>
            <a:ext cx="27979688" cy="7054850"/>
          </a:xfrm>
        </p:spPr>
        <p:txBody>
          <a:bodyPr/>
          <a:lstStyle>
            <a:defPPr>
              <a:defRPr kern="1200"/>
            </a:defPPr>
          </a:lstStyle>
          <a:p>
            <a:r>
              <a:rPr lang="en-US"/>
              <a:t>Click to edit Master title style</a:t>
            </a:r>
          </a:p>
        </p:txBody>
      </p:sp>
      <p:sp>
        <p:nvSpPr>
          <p:cNvPr id="3" name="Subtitle 2"/>
          <p:cNvSpPr>
            <a:spLocks noGrp="1"/>
          </p:cNvSpPr>
          <p:nvPr>
            <p:ph type="subTitle" idx="1"/>
          </p:nvPr>
        </p:nvSpPr>
        <p:spPr>
          <a:xfrm>
            <a:off x="4937523" y="18653125"/>
            <a:ext cx="23043356" cy="8413750"/>
          </a:xfrm>
        </p:spPr>
        <p:txBody>
          <a:bodyPr/>
          <a:lstStyle>
            <a:defPPr>
              <a:defRPr kern="1200"/>
            </a:defPPr>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en-US"/>
              <a:t>Click to edit Master subtitle style</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44064D7D-464A-4708-9759-403F89E21017}" type="slidenum">
              <a:rPr lang="en-US"/>
              <a:pPr>
                <a:defRPr/>
              </a:pPr>
              <a:t>‹#›</a:t>
            </a:fld>
            <a:endParaRPr lang="en-US"/>
          </a:p>
        </p:txBody>
      </p:sp>
    </p:spTree>
    <p:extLst>
      <p:ext uri="{BB962C8B-B14F-4D97-AF65-F5344CB8AC3E}">
        <p14:creationId xmlns="" xmlns:p14="http://schemas.microsoft.com/office/powerpoint/2010/main" val="158175605"/>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Content Placeholder 2"/>
          <p:cNvSpPr>
            <a:spLocks noGrp="1"/>
          </p:cNvSpPr>
          <p:nvPr>
            <p:ph idx="1"/>
          </p:nvPr>
        </p:nvSpPr>
        <p:spPr/>
        <p:txBody>
          <a:bodyPr/>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B78A6E67-DA7B-4FCC-A18A-FC7C8A034C4D}" type="slidenum">
              <a:rPr lang="en-US"/>
              <a:pPr>
                <a:defRPr/>
              </a:pPr>
              <a:t>‹#›</a:t>
            </a:fld>
            <a:endParaRPr lang="en-US"/>
          </a:p>
        </p:txBody>
      </p:sp>
    </p:spTree>
    <p:extLst>
      <p:ext uri="{BB962C8B-B14F-4D97-AF65-F5344CB8AC3E}">
        <p14:creationId xmlns="" xmlns:p14="http://schemas.microsoft.com/office/powerpoint/2010/main" val="1054218844"/>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600325" y="21153439"/>
            <a:ext cx="27980878" cy="6537325"/>
          </a:xfrm>
        </p:spPr>
        <p:txBody>
          <a:bodyPr anchor="t"/>
          <a:lstStyle>
            <a:defPPr>
              <a:defRPr kern="1200"/>
            </a:defPPr>
            <a:lvl1pPr algn="l">
              <a:defRPr sz="3000" b="1" cap="all"/>
            </a:lvl1pPr>
          </a:lstStyle>
          <a:p>
            <a:r>
              <a:rPr lang="en-US"/>
              <a:t>Click to edit Master title style</a:t>
            </a:r>
          </a:p>
        </p:txBody>
      </p:sp>
      <p:sp>
        <p:nvSpPr>
          <p:cNvPr id="3" name="Text Placeholder 2"/>
          <p:cNvSpPr>
            <a:spLocks noGrp="1"/>
          </p:cNvSpPr>
          <p:nvPr>
            <p:ph type="body" idx="1"/>
          </p:nvPr>
        </p:nvSpPr>
        <p:spPr>
          <a:xfrm>
            <a:off x="2600325" y="13952538"/>
            <a:ext cx="27980878" cy="7200900"/>
          </a:xfrm>
        </p:spPr>
        <p:txBody>
          <a:bodyPr anchor="b"/>
          <a:lstStyle>
            <a:defPPr>
              <a:defRPr kern="1200"/>
            </a:defPPr>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Click to edit Master text styles</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9AB7E099-5C0A-4709-9BBB-71DECD41AB32}" type="slidenum">
              <a:rPr lang="en-US"/>
              <a:pPr>
                <a:defRPr/>
              </a:pPr>
              <a:t>‹#›</a:t>
            </a:fld>
            <a:endParaRPr lang="en-US"/>
          </a:p>
        </p:txBody>
      </p:sp>
    </p:spTree>
    <p:extLst>
      <p:ext uri="{BB962C8B-B14F-4D97-AF65-F5344CB8AC3E}">
        <p14:creationId xmlns="" xmlns:p14="http://schemas.microsoft.com/office/powerpoint/2010/main" val="3072090191"/>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Content Placeholder 2"/>
          <p:cNvSpPr>
            <a:spLocks noGrp="1"/>
          </p:cNvSpPr>
          <p:nvPr>
            <p:ph sz="half" idx="1"/>
          </p:nvPr>
        </p:nvSpPr>
        <p:spPr>
          <a:xfrm>
            <a:off x="1646635" y="7681913"/>
            <a:ext cx="14755416" cy="21724938"/>
          </a:xfrm>
        </p:spPr>
        <p:txBody>
          <a:bodyPr/>
          <a:lstStyle>
            <a:defPPr>
              <a:defRPr kern="1200"/>
            </a:defPPr>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6516352" y="7681913"/>
            <a:ext cx="14756606" cy="21724938"/>
          </a:xfrm>
        </p:spPr>
        <p:txBody>
          <a:bodyPr/>
          <a:lstStyle>
            <a:defPPr>
              <a:defRPr kern="1200"/>
            </a:defPPr>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6"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7" name="Rectangle 6"/>
          <p:cNvSpPr>
            <a:spLocks noGrp="1" noChangeArrowheads="1"/>
          </p:cNvSpPr>
          <p:nvPr>
            <p:ph type="sldNum" sz="quarter" idx="12"/>
          </p:nvPr>
        </p:nvSpPr>
        <p:spPr/>
        <p:txBody>
          <a:bodyPr/>
          <a:lstStyle>
            <a:defPPr>
              <a:defRPr kern="1200"/>
            </a:defPPr>
            <a:lvl1pPr>
              <a:defRPr/>
            </a:lvl1pPr>
          </a:lstStyle>
          <a:p>
            <a:pPr>
              <a:defRPr/>
            </a:pPr>
            <a:fld id="{B03D45C2-6D5F-448B-95B1-CD0C53878048}" type="slidenum">
              <a:rPr lang="en-US"/>
              <a:pPr>
                <a:defRPr/>
              </a:pPr>
              <a:t>‹#›</a:t>
            </a:fld>
            <a:endParaRPr lang="en-US"/>
          </a:p>
        </p:txBody>
      </p:sp>
    </p:spTree>
    <p:extLst>
      <p:ext uri="{BB962C8B-B14F-4D97-AF65-F5344CB8AC3E}">
        <p14:creationId xmlns="" xmlns:p14="http://schemas.microsoft.com/office/powerpoint/2010/main" val="2616846793"/>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645444" y="1317625"/>
            <a:ext cx="29627512" cy="5486400"/>
          </a:xfrm>
        </p:spPr>
        <p:txBody>
          <a:bodyPr/>
          <a:lstStyle>
            <a:defPPr>
              <a:defRPr kern="1200"/>
            </a:defPPr>
            <a:lvl1pPr>
              <a:defRPr/>
            </a:lvl1pPr>
          </a:lstStyle>
          <a:p>
            <a:r>
              <a:rPr lang="en-US"/>
              <a:t>Click to edit Master title style</a:t>
            </a:r>
          </a:p>
        </p:txBody>
      </p:sp>
      <p:sp>
        <p:nvSpPr>
          <p:cNvPr id="3" name="Text Placeholder 2"/>
          <p:cNvSpPr>
            <a:spLocks noGrp="1"/>
          </p:cNvSpPr>
          <p:nvPr>
            <p:ph type="body" idx="1"/>
          </p:nvPr>
        </p:nvSpPr>
        <p:spPr>
          <a:xfrm>
            <a:off x="1645444" y="7369176"/>
            <a:ext cx="14544675" cy="3070225"/>
          </a:xfrm>
        </p:spPr>
        <p:txBody>
          <a:bodyPr anchor="b"/>
          <a:lstStyle>
            <a:defPPr>
              <a:defRPr kern="1200"/>
            </a:defPPr>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1645444" y="10439400"/>
            <a:ext cx="14544675" cy="18965862"/>
          </a:xfrm>
        </p:spPr>
        <p:txBody>
          <a:bodyPr/>
          <a:lstStyle>
            <a:defPPr>
              <a:defRPr kern="1200"/>
            </a:defPPr>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6722328" y="7369176"/>
            <a:ext cx="14550630" cy="3070225"/>
          </a:xfrm>
        </p:spPr>
        <p:txBody>
          <a:bodyPr anchor="b"/>
          <a:lstStyle>
            <a:defPPr>
              <a:defRPr kern="1200"/>
            </a:defPPr>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16722328" y="10439400"/>
            <a:ext cx="14550630" cy="18965862"/>
          </a:xfrm>
        </p:spPr>
        <p:txBody>
          <a:bodyPr/>
          <a:lstStyle>
            <a:defPPr>
              <a:defRPr kern="1200"/>
            </a:defPPr>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8"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9" name="Rectangle 6"/>
          <p:cNvSpPr>
            <a:spLocks noGrp="1" noChangeArrowheads="1"/>
          </p:cNvSpPr>
          <p:nvPr>
            <p:ph type="sldNum" sz="quarter" idx="12"/>
          </p:nvPr>
        </p:nvSpPr>
        <p:spPr/>
        <p:txBody>
          <a:bodyPr/>
          <a:lstStyle>
            <a:defPPr>
              <a:defRPr kern="1200"/>
            </a:defPPr>
            <a:lvl1pPr>
              <a:defRPr/>
            </a:lvl1pPr>
          </a:lstStyle>
          <a:p>
            <a:pPr>
              <a:defRPr/>
            </a:pPr>
            <a:fld id="{18610943-C3CC-4B71-9F28-BF9409E4CB80}" type="slidenum">
              <a:rPr lang="en-US"/>
              <a:pPr>
                <a:defRPr/>
              </a:pPr>
              <a:t>‹#›</a:t>
            </a:fld>
            <a:endParaRPr lang="en-US"/>
          </a:p>
        </p:txBody>
      </p:sp>
    </p:spTree>
    <p:extLst>
      <p:ext uri="{BB962C8B-B14F-4D97-AF65-F5344CB8AC3E}">
        <p14:creationId xmlns="" xmlns:p14="http://schemas.microsoft.com/office/powerpoint/2010/main" val="519203605"/>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4"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5" name="Rectangle 6"/>
          <p:cNvSpPr>
            <a:spLocks noGrp="1" noChangeArrowheads="1"/>
          </p:cNvSpPr>
          <p:nvPr>
            <p:ph type="sldNum" sz="quarter" idx="12"/>
          </p:nvPr>
        </p:nvSpPr>
        <p:spPr/>
        <p:txBody>
          <a:bodyPr/>
          <a:lstStyle>
            <a:defPPr>
              <a:defRPr kern="1200"/>
            </a:defPPr>
            <a:lvl1pPr>
              <a:defRPr/>
            </a:lvl1pPr>
          </a:lstStyle>
          <a:p>
            <a:pPr>
              <a:defRPr/>
            </a:pPr>
            <a:fld id="{6D78326B-3987-4EE9-9239-5FDA69C8126D}" type="slidenum">
              <a:rPr lang="en-US"/>
              <a:pPr>
                <a:defRPr/>
              </a:pPr>
              <a:t>‹#›</a:t>
            </a:fld>
            <a:endParaRPr lang="en-US"/>
          </a:p>
        </p:txBody>
      </p:sp>
    </p:spTree>
    <p:extLst>
      <p:ext uri="{BB962C8B-B14F-4D97-AF65-F5344CB8AC3E}">
        <p14:creationId xmlns="" xmlns:p14="http://schemas.microsoft.com/office/powerpoint/2010/main" val="3002304099"/>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3"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4" name="Rectangle 6"/>
          <p:cNvSpPr>
            <a:spLocks noGrp="1" noChangeArrowheads="1"/>
          </p:cNvSpPr>
          <p:nvPr>
            <p:ph type="sldNum" sz="quarter" idx="12"/>
          </p:nvPr>
        </p:nvSpPr>
        <p:spPr/>
        <p:txBody>
          <a:bodyPr/>
          <a:lstStyle>
            <a:defPPr>
              <a:defRPr kern="1200"/>
            </a:defPPr>
            <a:lvl1pPr>
              <a:defRPr/>
            </a:lvl1pPr>
          </a:lstStyle>
          <a:p>
            <a:pPr>
              <a:defRPr/>
            </a:pPr>
            <a:fld id="{61F3B20C-577A-4608-AF62-749557E31E38}" type="slidenum">
              <a:rPr lang="en-US"/>
              <a:pPr>
                <a:defRPr/>
              </a:pPr>
              <a:t>‹#›</a:t>
            </a:fld>
            <a:endParaRPr lang="en-US"/>
          </a:p>
        </p:txBody>
      </p:sp>
    </p:spTree>
    <p:extLst>
      <p:ext uri="{BB962C8B-B14F-4D97-AF65-F5344CB8AC3E}">
        <p14:creationId xmlns="" xmlns:p14="http://schemas.microsoft.com/office/powerpoint/2010/main" val="4040078071"/>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45444" y="1311275"/>
            <a:ext cx="10829925" cy="5576888"/>
          </a:xfrm>
        </p:spPr>
        <p:txBody>
          <a:bodyPr anchor="b"/>
          <a:lstStyle>
            <a:defPPr>
              <a:defRPr kern="1200"/>
            </a:defPPr>
            <a:lvl1pPr algn="l">
              <a:defRPr sz="1500" b="1"/>
            </a:lvl1pPr>
          </a:lstStyle>
          <a:p>
            <a:r>
              <a:rPr lang="en-US"/>
              <a:t>Click to edit Master title style</a:t>
            </a:r>
          </a:p>
        </p:txBody>
      </p:sp>
      <p:sp>
        <p:nvSpPr>
          <p:cNvPr id="3" name="Content Placeholder 2"/>
          <p:cNvSpPr>
            <a:spLocks noGrp="1"/>
          </p:cNvSpPr>
          <p:nvPr>
            <p:ph idx="1"/>
          </p:nvPr>
        </p:nvSpPr>
        <p:spPr>
          <a:xfrm>
            <a:off x="12870656" y="1311275"/>
            <a:ext cx="18402300" cy="28093988"/>
          </a:xfrm>
        </p:spPr>
        <p:txBody>
          <a:bodyPr/>
          <a:lstStyle>
            <a:defPPr>
              <a:defRPr kern="1200"/>
            </a:defPPr>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645444" y="6888163"/>
            <a:ext cx="10829925" cy="22517100"/>
          </a:xfrm>
        </p:spPr>
        <p:txBody>
          <a:bodyPr/>
          <a:lstStyle>
            <a:defPPr>
              <a:defRPr kern="1200"/>
            </a:defPPr>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6"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7" name="Rectangle 6"/>
          <p:cNvSpPr>
            <a:spLocks noGrp="1" noChangeArrowheads="1"/>
          </p:cNvSpPr>
          <p:nvPr>
            <p:ph type="sldNum" sz="quarter" idx="12"/>
          </p:nvPr>
        </p:nvSpPr>
        <p:spPr/>
        <p:txBody>
          <a:bodyPr/>
          <a:lstStyle>
            <a:defPPr>
              <a:defRPr kern="1200"/>
            </a:defPPr>
            <a:lvl1pPr>
              <a:defRPr/>
            </a:lvl1pPr>
          </a:lstStyle>
          <a:p>
            <a:pPr>
              <a:defRPr/>
            </a:pPr>
            <a:fld id="{87CA0EE2-436D-4402-9038-3DA719D297AD}" type="slidenum">
              <a:rPr lang="en-US"/>
              <a:pPr>
                <a:defRPr/>
              </a:pPr>
              <a:t>‹#›</a:t>
            </a:fld>
            <a:endParaRPr lang="en-US"/>
          </a:p>
        </p:txBody>
      </p:sp>
    </p:spTree>
    <p:extLst>
      <p:ext uri="{BB962C8B-B14F-4D97-AF65-F5344CB8AC3E}">
        <p14:creationId xmlns="" xmlns:p14="http://schemas.microsoft.com/office/powerpoint/2010/main" val="236096636"/>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451997" y="23042562"/>
            <a:ext cx="19751280" cy="2720975"/>
          </a:xfrm>
        </p:spPr>
        <p:txBody>
          <a:bodyPr anchor="b"/>
          <a:lstStyle>
            <a:defPPr>
              <a:defRPr kern="1200"/>
            </a:defPPr>
            <a:lvl1pPr algn="l">
              <a:defRPr sz="1500" b="1"/>
            </a:lvl1pPr>
          </a:lstStyle>
          <a:p>
            <a:r>
              <a:rPr lang="en-US"/>
              <a:t>Click to edit Master title style</a:t>
            </a:r>
          </a:p>
        </p:txBody>
      </p:sp>
      <p:sp>
        <p:nvSpPr>
          <p:cNvPr id="3" name="Picture Placeholder 2"/>
          <p:cNvSpPr>
            <a:spLocks noGrp="1"/>
          </p:cNvSpPr>
          <p:nvPr>
            <p:ph type="pic" idx="1"/>
          </p:nvPr>
        </p:nvSpPr>
        <p:spPr>
          <a:xfrm>
            <a:off x="6451997" y="2941638"/>
            <a:ext cx="19751280" cy="19750088"/>
          </a:xfrm>
        </p:spPr>
        <p:txBody>
          <a:bodyPr/>
          <a:lstStyle>
            <a:defPPr>
              <a:defRPr kern="1200"/>
            </a:defPPr>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en-US" noProof="0"/>
          </a:p>
        </p:txBody>
      </p:sp>
      <p:sp>
        <p:nvSpPr>
          <p:cNvPr id="4" name="Text Placeholder 3"/>
          <p:cNvSpPr>
            <a:spLocks noGrp="1"/>
          </p:cNvSpPr>
          <p:nvPr>
            <p:ph type="body" sz="half" idx="2"/>
          </p:nvPr>
        </p:nvSpPr>
        <p:spPr>
          <a:xfrm>
            <a:off x="6451997" y="25763539"/>
            <a:ext cx="19751280" cy="3862387"/>
          </a:xfrm>
        </p:spPr>
        <p:txBody>
          <a:bodyPr/>
          <a:lstStyle>
            <a:defPPr>
              <a:defRPr kern="1200"/>
            </a:defPPr>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6"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7" name="Rectangle 6"/>
          <p:cNvSpPr>
            <a:spLocks noGrp="1" noChangeArrowheads="1"/>
          </p:cNvSpPr>
          <p:nvPr>
            <p:ph type="sldNum" sz="quarter" idx="12"/>
          </p:nvPr>
        </p:nvSpPr>
        <p:spPr/>
        <p:txBody>
          <a:bodyPr/>
          <a:lstStyle>
            <a:defPPr>
              <a:defRPr kern="1200"/>
            </a:defPPr>
            <a:lvl1pPr>
              <a:defRPr/>
            </a:lvl1pPr>
          </a:lstStyle>
          <a:p>
            <a:pPr>
              <a:defRPr/>
            </a:pPr>
            <a:fld id="{35C1286E-2D26-43B2-8CD4-A2F0A623D127}" type="slidenum">
              <a:rPr lang="en-US"/>
              <a:pPr>
                <a:defRPr/>
              </a:pPr>
              <a:t>‹#›</a:t>
            </a:fld>
            <a:endParaRPr lang="en-US"/>
          </a:p>
        </p:txBody>
      </p:sp>
    </p:spTree>
    <p:extLst>
      <p:ext uri="{BB962C8B-B14F-4D97-AF65-F5344CB8AC3E}">
        <p14:creationId xmlns="" xmlns:p14="http://schemas.microsoft.com/office/powerpoint/2010/main" val="3003841983"/>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Vertical Text Placeholder 2"/>
          <p:cNvSpPr>
            <a:spLocks noGrp="1"/>
          </p:cNvSpPr>
          <p:nvPr>
            <p:ph type="body" orient="vert" idx="1"/>
          </p:nvPr>
        </p:nvSpPr>
        <p:spPr/>
        <p:txBody>
          <a:bodyPr vert="eaVert"/>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AEC84F10-113F-4F09-A76B-2176B34E08D9}" type="slidenum">
              <a:rPr lang="en-US"/>
              <a:pPr>
                <a:defRPr/>
              </a:pPr>
              <a:t>‹#›</a:t>
            </a:fld>
            <a:endParaRPr lang="en-US"/>
          </a:p>
        </p:txBody>
      </p:sp>
    </p:spTree>
    <p:extLst>
      <p:ext uri="{BB962C8B-B14F-4D97-AF65-F5344CB8AC3E}">
        <p14:creationId xmlns="" xmlns:p14="http://schemas.microsoft.com/office/powerpoint/2010/main" val="3828635821"/>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3867269" y="1319213"/>
            <a:ext cx="7405688" cy="28087638"/>
          </a:xfrm>
        </p:spPr>
        <p:txBody>
          <a:bodyPr vert="eaVert"/>
          <a:lstStyle>
            <a:defPPr>
              <a:defRPr kern="1200"/>
            </a:defPPr>
          </a:lstStyle>
          <a:p>
            <a:r>
              <a:rPr lang="en-US"/>
              <a:t>Click to edit Master title style</a:t>
            </a:r>
          </a:p>
        </p:txBody>
      </p:sp>
      <p:sp>
        <p:nvSpPr>
          <p:cNvPr id="3" name="Vertical Text Placeholder 2"/>
          <p:cNvSpPr>
            <a:spLocks noGrp="1"/>
          </p:cNvSpPr>
          <p:nvPr>
            <p:ph type="body" orient="vert" idx="1"/>
          </p:nvPr>
        </p:nvSpPr>
        <p:spPr>
          <a:xfrm>
            <a:off x="1646635" y="1319213"/>
            <a:ext cx="22106334" cy="28087638"/>
          </a:xfrm>
        </p:spPr>
        <p:txBody>
          <a:bodyPr vert="eaVert"/>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039F5895-A9FE-429D-AE19-E169F67F1C26}" type="slidenum">
              <a:rPr lang="en-US"/>
              <a:pPr>
                <a:defRPr/>
              </a:pPr>
              <a:t>‹#›</a:t>
            </a:fld>
            <a:endParaRPr lang="en-US"/>
          </a:p>
        </p:txBody>
      </p:sp>
    </p:spTree>
    <p:extLst>
      <p:ext uri="{BB962C8B-B14F-4D97-AF65-F5344CB8AC3E}">
        <p14:creationId xmlns="" xmlns:p14="http://schemas.microsoft.com/office/powerpoint/2010/main" val="1492772861"/>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BF"/>
            </a:gs>
            <a:gs pos="100000">
              <a:srgbClr val="FFFFE5"/>
            </a:gs>
          </a:gsLst>
          <a:lin ang="5400000" scaled="1"/>
        </a:gra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646635" y="1319213"/>
            <a:ext cx="29626322" cy="548640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470253" tIns="235127" rIns="470253" bIns="235127" anchor="ctr" anchorCtr="0" compatLnSpc="1">
            <a:prstTxWarp prst="textNoShape">
              <a:avLst/>
            </a:prstTxWarp>
          </a:bodyPr>
          <a:lstStyle>
            <a:defPPr>
              <a:defRPr kern="1200"/>
            </a:defPPr>
          </a:lstStyle>
          <a:p>
            <a:pPr lvl="0"/>
            <a:r>
              <a:rPr lang="en-US"/>
              <a:t>Click to edit Master title style</a:t>
            </a:r>
          </a:p>
        </p:txBody>
      </p:sp>
      <p:sp>
        <p:nvSpPr>
          <p:cNvPr id="1027" name="Rectangle 3"/>
          <p:cNvSpPr>
            <a:spLocks noGrp="1" noChangeArrowheads="1"/>
          </p:cNvSpPr>
          <p:nvPr>
            <p:ph type="body" idx="1"/>
          </p:nvPr>
        </p:nvSpPr>
        <p:spPr bwMode="auto">
          <a:xfrm>
            <a:off x="1646635" y="7681913"/>
            <a:ext cx="29626322" cy="21724938"/>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470253" tIns="235127" rIns="470253" bIns="235127" anchor="t" anchorCtr="0" compatLnSpc="1">
            <a:prstTxWarp prst="textNoShape">
              <a:avLst/>
            </a:prstTxWarp>
          </a:bodyPr>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1646635" y="29978350"/>
            <a:ext cx="7680722" cy="228600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470253" tIns="235127" rIns="470253" bIns="235127" anchor="t" anchorCtr="0" compatLnSpc="1">
            <a:prstTxWarp prst="textNoShape">
              <a:avLst/>
            </a:prstTxWarp>
          </a:bodyPr>
          <a:lstStyle>
            <a:defPPr>
              <a:defRPr kern="1200"/>
            </a:defPPr>
            <a:lvl1pPr defTabSz="3527822">
              <a:defRPr sz="5400" smtClean="0"/>
            </a:lvl1pPr>
          </a:lstStyle>
          <a:p>
            <a:pPr>
              <a:defRPr/>
            </a:pPr>
            <a:endParaRPr lang="en-US"/>
          </a:p>
        </p:txBody>
      </p:sp>
      <p:sp>
        <p:nvSpPr>
          <p:cNvPr id="1029" name="Rectangle 5"/>
          <p:cNvSpPr>
            <a:spLocks noGrp="1" noChangeArrowheads="1"/>
          </p:cNvSpPr>
          <p:nvPr>
            <p:ph type="ftr" sz="quarter" idx="3"/>
          </p:nvPr>
        </p:nvSpPr>
        <p:spPr bwMode="auto">
          <a:xfrm>
            <a:off x="11247834" y="29978350"/>
            <a:ext cx="10423922" cy="228600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470253" tIns="235127" rIns="470253" bIns="235127" anchor="t" anchorCtr="0" compatLnSpc="1">
            <a:prstTxWarp prst="textNoShape">
              <a:avLst/>
            </a:prstTxWarp>
          </a:bodyPr>
          <a:lstStyle>
            <a:defPPr>
              <a:defRPr kern="1200"/>
            </a:defPPr>
            <a:lvl1pPr algn="ctr" defTabSz="3527822">
              <a:defRPr sz="5400" smtClean="0"/>
            </a:lvl1pPr>
          </a:lstStyle>
          <a:p>
            <a:pPr>
              <a:defRPr/>
            </a:pPr>
            <a:endParaRPr lang="en-US"/>
          </a:p>
        </p:txBody>
      </p:sp>
      <p:sp>
        <p:nvSpPr>
          <p:cNvPr id="1030" name="Rectangle 6"/>
          <p:cNvSpPr>
            <a:spLocks noGrp="1" noChangeArrowheads="1"/>
          </p:cNvSpPr>
          <p:nvPr>
            <p:ph type="sldNum" sz="quarter" idx="4"/>
          </p:nvPr>
        </p:nvSpPr>
        <p:spPr bwMode="auto">
          <a:xfrm>
            <a:off x="23592234" y="29978350"/>
            <a:ext cx="7680722" cy="228600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470253" tIns="235127" rIns="470253" bIns="235127" anchor="t" anchorCtr="0" compatLnSpc="1">
            <a:prstTxWarp prst="textNoShape">
              <a:avLst/>
            </a:prstTxWarp>
          </a:bodyPr>
          <a:lstStyle>
            <a:defPPr>
              <a:defRPr kern="1200"/>
            </a:defPPr>
            <a:lvl1pPr algn="r" defTabSz="3527822">
              <a:defRPr sz="5400" smtClean="0"/>
            </a:lvl1pPr>
          </a:lstStyle>
          <a:p>
            <a:pPr>
              <a:defRPr/>
            </a:pPr>
            <a:fld id="{EAD58424-6508-4C08-B0AB-A12183DAE990}" type="slidenum">
              <a:rPr lang="en-US"/>
              <a:pPr>
                <a:defRPr/>
              </a:pPr>
              <a:t>‹#›</a:t>
            </a:fld>
            <a:endParaRPr lang="en-US"/>
          </a:p>
        </p:txBody>
      </p:sp>
      <p:pic>
        <p:nvPicPr>
          <p:cNvPr id="1031" name="New picture"/>
          <p:cNvPicPr/>
          <p:nvPr/>
        </p:nvPicPr>
        <p:blipFill>
          <a:blip r:embed="rId13"/>
          <a:stretch>
            <a:fillRect/>
          </a:stretch>
        </p:blipFill>
        <p:spPr>
          <a:xfrm rot="16200000">
            <a:off x="-11074400" y="16459200"/>
            <a:ext cx="14274800" cy="3937000"/>
          </a:xfrm>
          <a:prstGeom prst="rect">
            <a:avLst/>
          </a:prstGeom>
        </p:spPr>
      </p:pic>
      <p:pic>
        <p:nvPicPr>
          <p:cNvPr id="1032" name="New picture"/>
          <p:cNvPicPr/>
          <p:nvPr/>
        </p:nvPicPr>
        <p:blipFill>
          <a:blip r:embed="rId13"/>
          <a:stretch>
            <a:fillRect/>
          </a:stretch>
        </p:blipFill>
        <p:spPr>
          <a:xfrm rot="5400000">
            <a:off x="29718000" y="16459200"/>
            <a:ext cx="14274800" cy="3937000"/>
          </a:xfrm>
          <a:prstGeom prst="rect">
            <a:avLst/>
          </a:prstGeom>
        </p:spPr>
      </p:pic>
      <p:pic>
        <p:nvPicPr>
          <p:cNvPr id="1033" name="New picture"/>
          <p:cNvPicPr/>
          <p:nvPr/>
        </p:nvPicPr>
        <p:blipFill>
          <a:blip r:embed="rId14"/>
          <a:stretch>
            <a:fillRect/>
          </a:stretch>
        </p:blipFill>
        <p:spPr>
          <a:xfrm>
            <a:off x="1460500" y="33426400"/>
            <a:ext cx="29997400" cy="1447800"/>
          </a:xfrm>
          <a:prstGeom prst="rect">
            <a:avLst/>
          </a:prstGeom>
        </p:spPr>
      </p:pic>
      <p:sp>
        <p:nvSpPr>
          <p:cNvPr id="1034" name="New shape"/>
          <p:cNvSpPr/>
          <p:nvPr/>
        </p:nvSpPr>
        <p:spPr>
          <a:xfrm>
            <a:off x="1460500" y="33997900"/>
            <a:ext cx="16459200" cy="127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sz="4560">
                <a:solidFill>
                  <a:srgbClr val="808080"/>
                </a:solidFill>
              </a:rPr>
              <a:t>Template ID: melancholymedallion  Size: 36x36</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xStyles>
    <p:titleStyle>
      <a:defPPr>
        <a:defRPr kern="1200"/>
      </a:defPPr>
      <a:lvl1pPr algn="ctr" defTabSz="3527822" rtl="0" eaLnBrk="0" fontAlgn="base" hangingPunct="0">
        <a:spcBef>
          <a:spcPct val="0"/>
        </a:spcBef>
        <a:spcAft>
          <a:spcPct val="0"/>
        </a:spcAft>
        <a:defRPr sz="17025">
          <a:solidFill>
            <a:schemeClr val="tx2"/>
          </a:solidFill>
          <a:latin typeface="+mj-lt"/>
          <a:ea typeface="+mj-ea"/>
          <a:cs typeface="+mj-cs"/>
        </a:defRPr>
      </a:lvl1pPr>
      <a:lvl2pPr algn="ctr" defTabSz="3527822" rtl="0" eaLnBrk="0" fontAlgn="base" hangingPunct="0">
        <a:spcBef>
          <a:spcPct val="0"/>
        </a:spcBef>
        <a:spcAft>
          <a:spcPct val="0"/>
        </a:spcAft>
        <a:defRPr sz="17025">
          <a:solidFill>
            <a:schemeClr val="tx2"/>
          </a:solidFill>
          <a:latin typeface="Arial"/>
        </a:defRPr>
      </a:lvl2pPr>
      <a:lvl3pPr algn="ctr" defTabSz="3527822" rtl="0" eaLnBrk="0" fontAlgn="base" hangingPunct="0">
        <a:spcBef>
          <a:spcPct val="0"/>
        </a:spcBef>
        <a:spcAft>
          <a:spcPct val="0"/>
        </a:spcAft>
        <a:defRPr sz="17025">
          <a:solidFill>
            <a:schemeClr val="tx2"/>
          </a:solidFill>
          <a:latin typeface="Arial"/>
        </a:defRPr>
      </a:lvl3pPr>
      <a:lvl4pPr algn="ctr" defTabSz="3527822" rtl="0" eaLnBrk="0" fontAlgn="base" hangingPunct="0">
        <a:spcBef>
          <a:spcPct val="0"/>
        </a:spcBef>
        <a:spcAft>
          <a:spcPct val="0"/>
        </a:spcAft>
        <a:defRPr sz="17025">
          <a:solidFill>
            <a:schemeClr val="tx2"/>
          </a:solidFill>
          <a:latin typeface="Arial"/>
        </a:defRPr>
      </a:lvl4pPr>
      <a:lvl5pPr algn="ctr" defTabSz="3527822" rtl="0" eaLnBrk="0" fontAlgn="base" hangingPunct="0">
        <a:spcBef>
          <a:spcPct val="0"/>
        </a:spcBef>
        <a:spcAft>
          <a:spcPct val="0"/>
        </a:spcAft>
        <a:defRPr sz="17025">
          <a:solidFill>
            <a:schemeClr val="tx2"/>
          </a:solidFill>
          <a:latin typeface="Arial"/>
        </a:defRPr>
      </a:lvl5pPr>
      <a:lvl6pPr marL="342900" algn="ctr" defTabSz="3527822" rtl="0" fontAlgn="base">
        <a:spcBef>
          <a:spcPct val="0"/>
        </a:spcBef>
        <a:spcAft>
          <a:spcPct val="0"/>
        </a:spcAft>
        <a:defRPr sz="17025">
          <a:solidFill>
            <a:schemeClr val="tx2"/>
          </a:solidFill>
          <a:latin typeface="Arial"/>
        </a:defRPr>
      </a:lvl6pPr>
      <a:lvl7pPr marL="685800" algn="ctr" defTabSz="3527822" rtl="0" fontAlgn="base">
        <a:spcBef>
          <a:spcPct val="0"/>
        </a:spcBef>
        <a:spcAft>
          <a:spcPct val="0"/>
        </a:spcAft>
        <a:defRPr sz="17025">
          <a:solidFill>
            <a:schemeClr val="tx2"/>
          </a:solidFill>
          <a:latin typeface="Arial"/>
        </a:defRPr>
      </a:lvl7pPr>
      <a:lvl8pPr marL="1028700" algn="ctr" defTabSz="3527822" rtl="0" fontAlgn="base">
        <a:spcBef>
          <a:spcPct val="0"/>
        </a:spcBef>
        <a:spcAft>
          <a:spcPct val="0"/>
        </a:spcAft>
        <a:defRPr sz="17025">
          <a:solidFill>
            <a:schemeClr val="tx2"/>
          </a:solidFill>
          <a:latin typeface="Arial"/>
        </a:defRPr>
      </a:lvl8pPr>
      <a:lvl9pPr marL="1371600" algn="ctr" defTabSz="3527822" rtl="0" fontAlgn="base">
        <a:spcBef>
          <a:spcPct val="0"/>
        </a:spcBef>
        <a:spcAft>
          <a:spcPct val="0"/>
        </a:spcAft>
        <a:defRPr sz="17025">
          <a:solidFill>
            <a:schemeClr val="tx2"/>
          </a:solidFill>
          <a:latin typeface="Arial"/>
        </a:defRPr>
      </a:lvl9pPr>
    </p:titleStyle>
    <p:bodyStyle>
      <a:defPPr>
        <a:defRPr kern="1200"/>
      </a:defPPr>
      <a:lvl1pPr marL="1323975" indent="-1323975" algn="l" defTabSz="3527822" rtl="0" eaLnBrk="0" fontAlgn="base" hangingPunct="0">
        <a:spcBef>
          <a:spcPct val="20000"/>
        </a:spcBef>
        <a:spcAft>
          <a:spcPct val="0"/>
        </a:spcAft>
        <a:buChar char="•"/>
        <a:defRPr sz="12375">
          <a:solidFill>
            <a:schemeClr val="tx1"/>
          </a:solidFill>
          <a:latin typeface="+mn-lt"/>
          <a:ea typeface="+mn-ea"/>
          <a:cs typeface="+mn-cs"/>
        </a:defRPr>
      </a:lvl1pPr>
      <a:lvl2pPr marL="2867025" indent="-1103710" algn="l" defTabSz="3527822" rtl="0" eaLnBrk="0" fontAlgn="base" hangingPunct="0">
        <a:spcBef>
          <a:spcPct val="20000"/>
        </a:spcBef>
        <a:spcAft>
          <a:spcPct val="0"/>
        </a:spcAft>
        <a:buChar char="–"/>
        <a:defRPr sz="10800">
          <a:solidFill>
            <a:schemeClr val="tx1"/>
          </a:solidFill>
          <a:latin typeface="+mn-lt"/>
        </a:defRPr>
      </a:lvl2pPr>
      <a:lvl3pPr marL="4410075" indent="-882254" algn="l" defTabSz="3527822" rtl="0" eaLnBrk="0" fontAlgn="base" hangingPunct="0">
        <a:spcBef>
          <a:spcPct val="20000"/>
        </a:spcBef>
        <a:spcAft>
          <a:spcPct val="0"/>
        </a:spcAft>
        <a:buChar char="•"/>
        <a:defRPr sz="9225">
          <a:solidFill>
            <a:schemeClr val="tx1"/>
          </a:solidFill>
          <a:latin typeface="+mn-lt"/>
        </a:defRPr>
      </a:lvl3pPr>
      <a:lvl4pPr marL="6172200" indent="-882254" algn="l" defTabSz="3527822" rtl="0" eaLnBrk="0" fontAlgn="base" hangingPunct="0">
        <a:spcBef>
          <a:spcPct val="20000"/>
        </a:spcBef>
        <a:spcAft>
          <a:spcPct val="0"/>
        </a:spcAft>
        <a:buChar char="–"/>
        <a:defRPr sz="7800">
          <a:solidFill>
            <a:schemeClr val="tx1"/>
          </a:solidFill>
          <a:latin typeface="+mn-lt"/>
        </a:defRPr>
      </a:lvl4pPr>
      <a:lvl5pPr marL="7935516" indent="-881063" algn="l" defTabSz="3527822" rtl="0" eaLnBrk="0" fontAlgn="base" hangingPunct="0">
        <a:spcBef>
          <a:spcPct val="20000"/>
        </a:spcBef>
        <a:spcAft>
          <a:spcPct val="0"/>
        </a:spcAft>
        <a:buChar char="»"/>
        <a:defRPr sz="7800">
          <a:solidFill>
            <a:schemeClr val="tx1"/>
          </a:solidFill>
          <a:latin typeface="+mn-lt"/>
        </a:defRPr>
      </a:lvl5pPr>
      <a:lvl6pPr marL="8278416" indent="-881063" algn="l" defTabSz="3527822" rtl="0" fontAlgn="base">
        <a:spcBef>
          <a:spcPct val="20000"/>
        </a:spcBef>
        <a:spcAft>
          <a:spcPct val="0"/>
        </a:spcAft>
        <a:buChar char="»"/>
        <a:defRPr sz="7800">
          <a:solidFill>
            <a:schemeClr val="tx1"/>
          </a:solidFill>
          <a:latin typeface="+mn-lt"/>
        </a:defRPr>
      </a:lvl6pPr>
      <a:lvl7pPr marL="8621316" indent="-881063" algn="l" defTabSz="3527822" rtl="0" fontAlgn="base">
        <a:spcBef>
          <a:spcPct val="20000"/>
        </a:spcBef>
        <a:spcAft>
          <a:spcPct val="0"/>
        </a:spcAft>
        <a:buChar char="»"/>
        <a:defRPr sz="7800">
          <a:solidFill>
            <a:schemeClr val="tx1"/>
          </a:solidFill>
          <a:latin typeface="+mn-lt"/>
        </a:defRPr>
      </a:lvl7pPr>
      <a:lvl8pPr marL="8964216" indent="-881063" algn="l" defTabSz="3527822" rtl="0" fontAlgn="base">
        <a:spcBef>
          <a:spcPct val="20000"/>
        </a:spcBef>
        <a:spcAft>
          <a:spcPct val="0"/>
        </a:spcAft>
        <a:buChar char="»"/>
        <a:defRPr sz="7800">
          <a:solidFill>
            <a:schemeClr val="tx1"/>
          </a:solidFill>
          <a:latin typeface="+mn-lt"/>
        </a:defRPr>
      </a:lvl8pPr>
      <a:lvl9pPr marL="9307116" indent="-881063" algn="l" defTabSz="3527822" rtl="0" fontAlgn="base">
        <a:spcBef>
          <a:spcPct val="20000"/>
        </a:spcBef>
        <a:spcAft>
          <a:spcPct val="0"/>
        </a:spcAft>
        <a:buChar char="»"/>
        <a:defRPr sz="7800">
          <a:solidFill>
            <a:schemeClr val="tx1"/>
          </a:solidFill>
          <a:latin typeface="+mn-lt"/>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jpeg"/><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3000"/>
            <a:lum bright="-5000" contrast="-26000"/>
          </a:blip>
          <a:srcRect/>
          <a:stretch>
            <a:fillRect l="-82000"/>
          </a:stretch>
        </a:blipFill>
        <a:effectLst/>
      </p:bgPr>
    </p:bg>
    <p:spTree>
      <p:nvGrpSpPr>
        <p:cNvPr id="1" name=""/>
        <p:cNvGrpSpPr/>
        <p:nvPr/>
      </p:nvGrpSpPr>
      <p:grpSpPr>
        <a:xfrm>
          <a:off x="0" y="0"/>
          <a:ext cx="0" cy="0"/>
          <a:chOff x="0" y="0"/>
          <a:chExt cx="0" cy="0"/>
        </a:xfrm>
      </p:grpSpPr>
      <p:sp>
        <p:nvSpPr>
          <p:cNvPr id="40" name="Rectangle 6"/>
          <p:cNvSpPr>
            <a:spLocks noChangeArrowheads="1"/>
          </p:cNvSpPr>
          <p:nvPr/>
        </p:nvSpPr>
        <p:spPr bwMode="auto">
          <a:xfrm>
            <a:off x="609600" y="431708"/>
            <a:ext cx="31699200" cy="5054691"/>
          </a:xfrm>
          <a:prstGeom prst="round2DiagRect">
            <a:avLst/>
          </a:prstGeom>
          <a:solidFill>
            <a:schemeClr val="bg2"/>
          </a:solidFill>
          <a:ln w="9525">
            <a:noFill/>
            <a:miter lim="800000"/>
          </a:ln>
        </p:spPr>
        <p:txBody>
          <a:bodyPr lIns="82291" tIns="41146" rIns="82291" bIns="41146" anchor="ctr"/>
          <a:lstStyle>
            <a:defPPr>
              <a:defRPr kern="1200"/>
            </a:defPPr>
          </a:lstStyle>
          <a:p>
            <a:pPr algn="ctr" defTabSz="2821781">
              <a:defRPr/>
            </a:pPr>
            <a:endParaRPr lang="en-US" sz="3300" b="1" dirty="0">
              <a:solidFill>
                <a:schemeClr val="bg2">
                  <a:lumMod val="60000"/>
                  <a:lumOff val="40000"/>
                </a:schemeClr>
              </a:solidFill>
              <a:effectLst>
                <a:outerShdw blurRad="38100" dist="38100" dir="2700000" algn="tl">
                  <a:srgbClr val="000000"/>
                </a:outerShdw>
              </a:effectLst>
            </a:endParaRPr>
          </a:p>
        </p:txBody>
      </p:sp>
      <p:sp>
        <p:nvSpPr>
          <p:cNvPr id="38" name="Title 11">
            <a:extLst>
              <a:ext uri="{FF2B5EF4-FFF2-40B4-BE49-F238E27FC236}">
                <a16:creationId xmlns="" xmlns:a16="http://schemas.microsoft.com/office/drawing/2014/main" id="{D3A698E4-5105-47D7-8AAB-C4BA53E6D379}"/>
              </a:ext>
            </a:extLst>
          </p:cNvPr>
          <p:cNvSpPr txBox="1"/>
          <p:nvPr/>
        </p:nvSpPr>
        <p:spPr>
          <a:xfrm>
            <a:off x="982677" y="533400"/>
            <a:ext cx="30861000" cy="2060201"/>
          </a:xfrm>
          <a:prstGeom prst="rect">
            <a:avLst/>
          </a:prstGeom>
        </p:spPr>
        <p:txBody>
          <a:bodyPr lIns="96012" tIns="48006" rIns="96012" bIns="48006"/>
          <a:lstStyle>
            <a:defPPr>
              <a:defRPr kern="1200"/>
            </a:defPPr>
            <a:lvl1pPr algn="ctr" defTabSz="4389028" rtl="0" eaLnBrk="1" latinLnBrk="0" hangingPunct="1">
              <a:spcBef>
                <a:spcPct val="0"/>
              </a:spcBef>
              <a:buNone/>
              <a:defRPr sz="13400" kern="1200">
                <a:solidFill>
                  <a:schemeClr val="tx1"/>
                </a:solidFill>
                <a:latin typeface="+mj-lt"/>
                <a:ea typeface="+mj-ea"/>
                <a:cs typeface="+mj-cs"/>
              </a:defRPr>
            </a:lvl1pPr>
          </a:lstStyle>
          <a:p>
            <a:r>
              <a:rPr lang="en-US" sz="5400" b="1" dirty="0">
                <a:solidFill>
                  <a:schemeClr val="bg1"/>
                </a:solidFill>
                <a:latin typeface="Quattrocento" panose="02020502030000000404" pitchFamily="18" charset="0"/>
              </a:rPr>
              <a:t>Vid Brief: A YouTube Transcript Summarizer using Hugging Face Transformers</a:t>
            </a:r>
          </a:p>
        </p:txBody>
      </p:sp>
      <p:sp>
        <p:nvSpPr>
          <p:cNvPr id="39" name="Text Placeholder 16">
            <a:extLst>
              <a:ext uri="{FF2B5EF4-FFF2-40B4-BE49-F238E27FC236}">
                <a16:creationId xmlns="" xmlns:a16="http://schemas.microsoft.com/office/drawing/2014/main" id="{9FEE118B-FBC6-45D8-93CE-3A87E15AD5C3}"/>
              </a:ext>
            </a:extLst>
          </p:cNvPr>
          <p:cNvSpPr txBox="1"/>
          <p:nvPr/>
        </p:nvSpPr>
        <p:spPr>
          <a:xfrm>
            <a:off x="1066800" y="1447800"/>
            <a:ext cx="30861000" cy="4018023"/>
          </a:xfrm>
          <a:prstGeom prst="rect">
            <a:avLst/>
          </a:prstGeom>
        </p:spPr>
        <p:txBody>
          <a:bodyPr lIns="96012" tIns="48006" rIns="96012" bIns="48006">
            <a:spAutoFit/>
          </a:bodyPr>
          <a:lstStyle>
            <a:defPPr>
              <a:defRPr kern="1200"/>
            </a:defPPr>
            <a:lvl1pPr marL="0" indent="0" algn="l" defTabSz="4389028" rtl="0" eaLnBrk="1" latinLnBrk="0" hangingPunct="1">
              <a:spcBef>
                <a:spcPct val="20000"/>
              </a:spcBef>
              <a:buFont typeface="Arial" pitchFamily="34" charset="0"/>
              <a:buNone/>
              <a:defRPr sz="13400" kern="1200" baseline="0">
                <a:solidFill>
                  <a:schemeClr val="tx1"/>
                </a:solidFill>
                <a:latin typeface="+mn-lt"/>
                <a:ea typeface="+mn-ea"/>
                <a:cs typeface="+mn-cs"/>
              </a:defRPr>
            </a:lvl1pPr>
            <a:lvl2pPr marL="3566086" indent="-1371572" algn="l" defTabSz="4389028" rtl="0" eaLnBrk="1" latinLnBrk="0" hangingPunct="1">
              <a:spcBef>
                <a:spcPct val="20000"/>
              </a:spcBef>
              <a:buFont typeface="Arial" pitchFamily="34" charset="0"/>
              <a:buChar char="–"/>
              <a:defRPr sz="13400" kern="1200">
                <a:solidFill>
                  <a:schemeClr val="tx1"/>
                </a:solidFill>
                <a:latin typeface="+mn-lt"/>
                <a:ea typeface="+mn-ea"/>
                <a:cs typeface="+mn-cs"/>
              </a:defRPr>
            </a:lvl2pPr>
            <a:lvl3pPr marL="5486286" indent="-1097257" algn="l" defTabSz="4389028" rtl="0" eaLnBrk="1" latinLnBrk="0" hangingPunct="1">
              <a:spcBef>
                <a:spcPct val="20000"/>
              </a:spcBef>
              <a:buFont typeface="Arial" pitchFamily="34" charset="0"/>
              <a:buChar char="•"/>
              <a:defRPr sz="11500" kern="1200">
                <a:solidFill>
                  <a:schemeClr val="tx1"/>
                </a:solidFill>
                <a:latin typeface="+mn-lt"/>
                <a:ea typeface="+mn-ea"/>
                <a:cs typeface="+mn-cs"/>
              </a:defRPr>
            </a:lvl3pPr>
            <a:lvl4pPr marL="7680800"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4pPr>
            <a:lvl5pPr marL="9875314"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5pPr>
            <a:lvl6pPr marL="12069828"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6pPr>
            <a:lvl7pPr marL="14264342"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7pPr>
            <a:lvl8pPr marL="16458857"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8pPr>
            <a:lvl9pPr marL="18653371"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9pPr>
          </a:lstStyle>
          <a:p>
            <a:pPr algn="ctr"/>
            <a:r>
              <a:rPr lang="en-IN" sz="3000" dirty="0">
                <a:solidFill>
                  <a:schemeClr val="bg1"/>
                </a:solidFill>
                <a:latin typeface="Quattrocento" panose="02020502030000000404" pitchFamily="18" charset="0"/>
              </a:rPr>
              <a:t>   </a:t>
            </a:r>
            <a:r>
              <a:rPr lang="en-IN" sz="3400" b="1" dirty="0">
                <a:solidFill>
                  <a:schemeClr val="bg1"/>
                </a:solidFill>
                <a:latin typeface="Quattrocento" panose="02020502030000000404" pitchFamily="18" charset="0"/>
              </a:rPr>
              <a:t>Aditya Yadav (0827CD211005)</a:t>
            </a:r>
          </a:p>
          <a:p>
            <a:pPr algn="ctr"/>
            <a:r>
              <a:rPr lang="en-IN" sz="3400" b="1" dirty="0">
                <a:solidFill>
                  <a:schemeClr val="bg1"/>
                </a:solidFill>
                <a:latin typeface="Quattrocento" panose="02020502030000000404" pitchFamily="18" charset="0"/>
              </a:rPr>
              <a:t> Akash Patel (0827CD211006)</a:t>
            </a:r>
          </a:p>
          <a:p>
            <a:pPr algn="ctr"/>
            <a:r>
              <a:rPr lang="en-IN" sz="3400" b="1" dirty="0" err="1" smtClean="0">
                <a:solidFill>
                  <a:schemeClr val="bg1"/>
                </a:solidFill>
                <a:latin typeface="Quattrocento" panose="02020502030000000404" pitchFamily="18" charset="0"/>
              </a:rPr>
              <a:t>Bhavya</a:t>
            </a:r>
            <a:r>
              <a:rPr lang="en-IN" sz="3400" b="1" dirty="0" smtClean="0">
                <a:solidFill>
                  <a:schemeClr val="bg1"/>
                </a:solidFill>
                <a:latin typeface="Quattrocento" panose="02020502030000000404" pitchFamily="18" charset="0"/>
              </a:rPr>
              <a:t> </a:t>
            </a:r>
            <a:r>
              <a:rPr lang="en-IN" sz="3400" b="1" dirty="0">
                <a:solidFill>
                  <a:schemeClr val="bg1"/>
                </a:solidFill>
                <a:latin typeface="Quattrocento" panose="02020502030000000404" pitchFamily="18" charset="0"/>
              </a:rPr>
              <a:t>Jain (0827CD211018) </a:t>
            </a:r>
          </a:p>
          <a:p>
            <a:pPr algn="ctr"/>
            <a:r>
              <a:rPr lang="en-IN" sz="3400" b="1" dirty="0" err="1" smtClean="0">
                <a:solidFill>
                  <a:schemeClr val="bg1"/>
                </a:solidFill>
                <a:latin typeface="Quattrocento" panose="02020502030000000404" pitchFamily="18" charset="0"/>
              </a:rPr>
              <a:t>Neeraj</a:t>
            </a:r>
            <a:r>
              <a:rPr lang="en-IN" sz="3400" b="1" dirty="0" smtClean="0">
                <a:solidFill>
                  <a:schemeClr val="bg1"/>
                </a:solidFill>
                <a:latin typeface="Quattrocento" panose="02020502030000000404" pitchFamily="18" charset="0"/>
              </a:rPr>
              <a:t> </a:t>
            </a:r>
            <a:r>
              <a:rPr lang="en-IN" sz="3400" b="1" dirty="0">
                <a:solidFill>
                  <a:schemeClr val="bg1"/>
                </a:solidFill>
                <a:latin typeface="Quattrocento" panose="02020502030000000404" pitchFamily="18" charset="0"/>
              </a:rPr>
              <a:t>Sahu (0827CD211040)</a:t>
            </a:r>
          </a:p>
          <a:p>
            <a:pPr algn="ctr"/>
            <a:r>
              <a:rPr lang="en-US" sz="4200" b="1" dirty="0">
                <a:solidFill>
                  <a:schemeClr val="bg1"/>
                </a:solidFill>
                <a:latin typeface="Quattrocento Sans" panose="020B0502050000020003" pitchFamily="34" charset="0"/>
              </a:rPr>
              <a:t>IT Department, Acropolis Institute of Technology &amp; Research, Indore</a:t>
            </a:r>
          </a:p>
          <a:p>
            <a:pPr algn="ctr"/>
            <a:r>
              <a:rPr lang="en-US" sz="4000" b="1" dirty="0">
                <a:solidFill>
                  <a:schemeClr val="bg1"/>
                </a:solidFill>
                <a:latin typeface="Quattrocento Sans" panose="020B0502050000020003" pitchFamily="34" charset="0"/>
              </a:rPr>
              <a:t>Session: Jul. – Dec. 2024</a:t>
            </a:r>
          </a:p>
        </p:txBody>
      </p:sp>
      <p:sp>
        <p:nvSpPr>
          <p:cNvPr id="42" name="Rectangle 10">
            <a:extLst>
              <a:ext uri="{FF2B5EF4-FFF2-40B4-BE49-F238E27FC236}">
                <a16:creationId xmlns="" xmlns:a16="http://schemas.microsoft.com/office/drawing/2014/main" id="{6E6FAECA-7B53-459F-9726-99A6AE0B0458}"/>
              </a:ext>
            </a:extLst>
          </p:cNvPr>
          <p:cNvSpPr>
            <a:spLocks noChangeArrowheads="1"/>
          </p:cNvSpPr>
          <p:nvPr/>
        </p:nvSpPr>
        <p:spPr bwMode="auto">
          <a:xfrm>
            <a:off x="571634" y="5867401"/>
            <a:ext cx="10248766" cy="6781799"/>
          </a:xfrm>
          <a:prstGeom prst="round2DiagRect">
            <a:avLst>
              <a:gd name="adj1" fmla="val 11773"/>
              <a:gd name="adj2" fmla="val 0"/>
            </a:avLst>
          </a:prstGeom>
          <a:solidFill>
            <a:schemeClr val="accent4">
              <a:lumMod val="60000"/>
              <a:lumOff val="40000"/>
            </a:schemeClr>
          </a:solidFill>
          <a:ln w="12700">
            <a:noFill/>
            <a:miter lim="800000"/>
          </a:ln>
        </p:spPr>
        <p:txBody>
          <a:bodyPr wrap="none" lIns="205740" tIns="54864" rIns="205740" bIns="51422" anchor="ctr" anchorCtr="0"/>
          <a:lstStyle>
            <a:defPPr>
              <a:defRPr kern="1200"/>
            </a:defPPr>
          </a:lstStyle>
          <a:p>
            <a:pPr algn="ctr" defTabSz="3526941">
              <a:defRPr/>
            </a:pPr>
            <a:endParaRPr lang="en-US" sz="2700" b="1">
              <a:noFill/>
              <a:latin typeface="Quattrocento" panose="02020802030000000404" pitchFamily="18" charset="0"/>
            </a:endParaRPr>
          </a:p>
        </p:txBody>
      </p:sp>
      <p:sp>
        <p:nvSpPr>
          <p:cNvPr id="44" name="Rectangle 10">
            <a:extLst>
              <a:ext uri="{FF2B5EF4-FFF2-40B4-BE49-F238E27FC236}">
                <a16:creationId xmlns="" xmlns:a16="http://schemas.microsoft.com/office/drawing/2014/main" id="{65DEA53B-8C55-4281-8C92-1B2F1CBC79EE}"/>
              </a:ext>
            </a:extLst>
          </p:cNvPr>
          <p:cNvSpPr>
            <a:spLocks noChangeArrowheads="1"/>
          </p:cNvSpPr>
          <p:nvPr/>
        </p:nvSpPr>
        <p:spPr bwMode="auto">
          <a:xfrm>
            <a:off x="11506200" y="5867400"/>
            <a:ext cx="10210800" cy="1066800"/>
          </a:xfrm>
          <a:prstGeom prst="round2DiagRect">
            <a:avLst>
              <a:gd name="adj1" fmla="val 30177"/>
              <a:gd name="adj2" fmla="val 0"/>
            </a:avLst>
          </a:prstGeom>
          <a:solidFill>
            <a:schemeClr val="accent1"/>
          </a:solidFill>
          <a:ln w="12700">
            <a:noFill/>
            <a:miter lim="800000"/>
          </a:ln>
        </p:spPr>
        <p:txBody>
          <a:bodyPr wrap="none" lIns="205740" tIns="54864" rIns="205740" bIns="51422" anchor="ctr" anchorCtr="0"/>
          <a:lstStyle>
            <a:defPPr>
              <a:defRPr kern="1200"/>
            </a:defPPr>
          </a:lstStyle>
          <a:p>
            <a:pPr algn="ctr" defTabSz="3526941">
              <a:defRPr/>
            </a:pPr>
            <a:r>
              <a:rPr lang="en-US" sz="4400" b="1" dirty="0">
                <a:solidFill>
                  <a:schemeClr val="bg1"/>
                </a:solidFill>
                <a:latin typeface="Quattrocento" panose="02020802030000000404" pitchFamily="18" charset="0"/>
              </a:rPr>
              <a:t>Methodology</a:t>
            </a:r>
            <a:endParaRPr lang="en-US" sz="4200" b="1" dirty="0">
              <a:solidFill>
                <a:schemeClr val="bg1"/>
              </a:solidFill>
              <a:latin typeface="Quattrocento" panose="02020802030000000404" pitchFamily="18" charset="0"/>
            </a:endParaRPr>
          </a:p>
        </p:txBody>
      </p:sp>
      <p:sp>
        <p:nvSpPr>
          <p:cNvPr id="48" name="Rectangle 10">
            <a:extLst>
              <a:ext uri="{FF2B5EF4-FFF2-40B4-BE49-F238E27FC236}">
                <a16:creationId xmlns="" xmlns:a16="http://schemas.microsoft.com/office/drawing/2014/main" id="{E3FEBAB5-D47E-42BA-A84C-C1EA43E9ED05}"/>
              </a:ext>
            </a:extLst>
          </p:cNvPr>
          <p:cNvSpPr>
            <a:spLocks noChangeArrowheads="1"/>
          </p:cNvSpPr>
          <p:nvPr/>
        </p:nvSpPr>
        <p:spPr bwMode="auto">
          <a:xfrm>
            <a:off x="22707600" y="5827050"/>
            <a:ext cx="9715366" cy="1030950"/>
          </a:xfrm>
          <a:prstGeom prst="round2DiagRect">
            <a:avLst>
              <a:gd name="adj1" fmla="val 30178"/>
              <a:gd name="adj2" fmla="val 0"/>
            </a:avLst>
          </a:prstGeom>
          <a:solidFill>
            <a:schemeClr val="accent1"/>
          </a:solidFill>
          <a:ln w="12700">
            <a:noFill/>
            <a:miter lim="800000"/>
          </a:ln>
        </p:spPr>
        <p:txBody>
          <a:bodyPr wrap="none" lIns="205740" tIns="54864" rIns="205740" bIns="51422" anchor="ctr" anchorCtr="0"/>
          <a:lstStyle>
            <a:defPPr>
              <a:defRPr kern="1200"/>
            </a:defPPr>
          </a:lstStyle>
          <a:p>
            <a:pPr algn="ctr" defTabSz="3526941">
              <a:defRPr/>
            </a:pPr>
            <a:r>
              <a:rPr lang="en-US" sz="4400" b="1" dirty="0">
                <a:solidFill>
                  <a:schemeClr val="bg1"/>
                </a:solidFill>
                <a:latin typeface="Quattrocento" panose="02020802030000000404" pitchFamily="18" charset="0"/>
              </a:rPr>
              <a:t>Results </a:t>
            </a:r>
            <a:endParaRPr lang="en-US" sz="5400" b="1" dirty="0">
              <a:solidFill>
                <a:schemeClr val="bg1"/>
              </a:solidFill>
              <a:latin typeface="Quattrocento" panose="02020802030000000404" pitchFamily="18" charset="0"/>
            </a:endParaRPr>
          </a:p>
        </p:txBody>
      </p:sp>
      <p:sp>
        <p:nvSpPr>
          <p:cNvPr id="50" name="Rectangle 10">
            <a:extLst>
              <a:ext uri="{FF2B5EF4-FFF2-40B4-BE49-F238E27FC236}">
                <a16:creationId xmlns="" xmlns:a16="http://schemas.microsoft.com/office/drawing/2014/main" id="{C7AAC99D-FA63-4F20-9BC9-620B7B5958BE}"/>
              </a:ext>
            </a:extLst>
          </p:cNvPr>
          <p:cNvSpPr>
            <a:spLocks noChangeArrowheads="1"/>
          </p:cNvSpPr>
          <p:nvPr/>
        </p:nvSpPr>
        <p:spPr bwMode="auto">
          <a:xfrm>
            <a:off x="571634" y="13106400"/>
            <a:ext cx="10248766" cy="1066800"/>
          </a:xfrm>
          <a:prstGeom prst="round2DiagRect">
            <a:avLst>
              <a:gd name="adj1" fmla="val 30178"/>
              <a:gd name="adj2" fmla="val 0"/>
            </a:avLst>
          </a:prstGeom>
          <a:solidFill>
            <a:schemeClr val="accent1"/>
          </a:solidFill>
          <a:ln w="12700">
            <a:noFill/>
            <a:miter lim="800000"/>
          </a:ln>
        </p:spPr>
        <p:txBody>
          <a:bodyPr wrap="none" lIns="205740" tIns="54864" rIns="205740" bIns="51422" anchor="ctr" anchorCtr="0"/>
          <a:lstStyle>
            <a:defPPr>
              <a:defRPr kern="1200"/>
            </a:defPPr>
          </a:lstStyle>
          <a:p>
            <a:pPr algn="ctr" defTabSz="3526941">
              <a:defRPr/>
            </a:pPr>
            <a:r>
              <a:rPr lang="en-US" sz="4400" b="1" dirty="0">
                <a:solidFill>
                  <a:schemeClr val="bg1"/>
                </a:solidFill>
                <a:latin typeface="Quattrocento" panose="02020802030000000404" pitchFamily="18" charset="0"/>
              </a:rPr>
              <a:t>Introduction</a:t>
            </a:r>
            <a:endParaRPr lang="en-US" sz="4200" b="1" dirty="0">
              <a:solidFill>
                <a:schemeClr val="bg1"/>
              </a:solidFill>
              <a:latin typeface="Quattrocento" panose="02020802030000000404" pitchFamily="18" charset="0"/>
            </a:endParaRPr>
          </a:p>
        </p:txBody>
      </p:sp>
      <p:sp>
        <p:nvSpPr>
          <p:cNvPr id="52" name="Rectangle 10">
            <a:extLst>
              <a:ext uri="{FF2B5EF4-FFF2-40B4-BE49-F238E27FC236}">
                <a16:creationId xmlns="" xmlns:a16="http://schemas.microsoft.com/office/drawing/2014/main" id="{48ED2435-580E-419E-B71D-5D8F033EB9A6}"/>
              </a:ext>
            </a:extLst>
          </p:cNvPr>
          <p:cNvSpPr>
            <a:spLocks noChangeArrowheads="1"/>
          </p:cNvSpPr>
          <p:nvPr/>
        </p:nvSpPr>
        <p:spPr bwMode="auto">
          <a:xfrm>
            <a:off x="22669634" y="14706600"/>
            <a:ext cx="9715366" cy="1143000"/>
          </a:xfrm>
          <a:prstGeom prst="round2DiagRect">
            <a:avLst>
              <a:gd name="adj1" fmla="val 33555"/>
              <a:gd name="adj2" fmla="val 0"/>
            </a:avLst>
          </a:prstGeom>
          <a:solidFill>
            <a:schemeClr val="accent1"/>
          </a:solidFill>
          <a:ln w="12700">
            <a:noFill/>
            <a:miter lim="800000"/>
          </a:ln>
        </p:spPr>
        <p:txBody>
          <a:bodyPr wrap="none" lIns="205740" tIns="54864" rIns="205740" bIns="51422" anchor="ctr" anchorCtr="0"/>
          <a:lstStyle>
            <a:defPPr>
              <a:defRPr kern="1200"/>
            </a:defPPr>
          </a:lstStyle>
          <a:p>
            <a:pPr algn="ctr" defTabSz="3526941">
              <a:defRPr/>
            </a:pPr>
            <a:r>
              <a:rPr lang="en-US" sz="5400" b="1" dirty="0">
                <a:solidFill>
                  <a:schemeClr val="bg1"/>
                </a:solidFill>
                <a:latin typeface="Quattrocento" panose="02020802030000000404" pitchFamily="18" charset="0"/>
              </a:rPr>
              <a:t>Conclusion</a:t>
            </a:r>
            <a:endParaRPr lang="en-US" sz="4200" b="1" dirty="0">
              <a:solidFill>
                <a:schemeClr val="bg1"/>
              </a:solidFill>
              <a:latin typeface="Quattrocento" panose="02020802030000000404" pitchFamily="18" charset="0"/>
            </a:endParaRPr>
          </a:p>
        </p:txBody>
      </p:sp>
      <p:sp>
        <p:nvSpPr>
          <p:cNvPr id="17" name="TextBox 19">
            <a:extLst>
              <a:ext uri="{FF2B5EF4-FFF2-40B4-BE49-F238E27FC236}">
                <a16:creationId xmlns="" xmlns:a16="http://schemas.microsoft.com/office/drawing/2014/main" id="{683D493E-8A89-4457-BD64-BF0D722F33B5}"/>
              </a:ext>
            </a:extLst>
          </p:cNvPr>
          <p:cNvSpPr txBox="1">
            <a:spLocks noChangeArrowheads="1"/>
          </p:cNvSpPr>
          <p:nvPr/>
        </p:nvSpPr>
        <p:spPr bwMode="auto">
          <a:xfrm>
            <a:off x="802952" y="5984404"/>
            <a:ext cx="9252730" cy="7867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68564" tIns="34282" rIns="68564" bIns="34282">
            <a:spAutoFit/>
          </a:bodyPr>
          <a:lstStyle>
            <a:defPPr>
              <a:defRPr kern="1200"/>
            </a:defPPr>
            <a:lvl1pPr eaLnBrk="0" hangingPunct="0">
              <a:defRPr sz="2000">
                <a:solidFill>
                  <a:schemeClr val="tx1"/>
                </a:solidFill>
                <a:latin typeface="Arial"/>
                <a:ea typeface="ＭＳ Ｐゴシック" pitchFamily="-106" charset="-128"/>
              </a:defRPr>
            </a:lvl1pPr>
            <a:lvl2pPr eaLnBrk="0" hangingPunct="0">
              <a:defRPr sz="2000">
                <a:solidFill>
                  <a:schemeClr val="tx1"/>
                </a:solidFill>
                <a:latin typeface="Arial"/>
                <a:ea typeface="ＭＳ Ｐゴシック" pitchFamily="-106" charset="-128"/>
              </a:defRPr>
            </a:lvl2pPr>
            <a:lvl3pPr marL="1143000" indent="-228600" eaLnBrk="0" hangingPunct="0">
              <a:defRPr sz="2000">
                <a:solidFill>
                  <a:schemeClr val="tx1"/>
                </a:solidFill>
                <a:latin typeface="Arial"/>
                <a:ea typeface="ＭＳ Ｐゴシック" pitchFamily="-106" charset="-128"/>
              </a:defRPr>
            </a:lvl3pPr>
            <a:lvl4pPr marL="1600200" indent="-228600" eaLnBrk="0" hangingPunct="0">
              <a:defRPr sz="2000">
                <a:solidFill>
                  <a:schemeClr val="tx1"/>
                </a:solidFill>
                <a:latin typeface="Arial"/>
                <a:ea typeface="ＭＳ Ｐゴシック" pitchFamily="-106" charset="-128"/>
              </a:defRPr>
            </a:lvl4pPr>
            <a:lvl5pPr marL="2057400" indent="-228600" eaLnBrk="0" hangingPunct="0">
              <a:defRPr sz="2000">
                <a:solidFill>
                  <a:schemeClr val="tx1"/>
                </a:solidFill>
                <a:latin typeface="Arial"/>
                <a:ea typeface="ＭＳ Ｐゴシック" pitchFamily="-106" charset="-128"/>
              </a:defRPr>
            </a:lvl5pPr>
            <a:lvl6pPr marL="2514600" indent="-228600" eaLnBrk="0" fontAlgn="base" hangingPunct="0">
              <a:spcBef>
                <a:spcPct val="0"/>
              </a:spcBef>
              <a:spcAft>
                <a:spcPct val="0"/>
              </a:spcAft>
              <a:defRPr sz="2000">
                <a:solidFill>
                  <a:schemeClr val="tx1"/>
                </a:solidFill>
                <a:latin typeface="Arial"/>
                <a:ea typeface="ＭＳ Ｐゴシック" pitchFamily="-106" charset="-128"/>
              </a:defRPr>
            </a:lvl6pPr>
            <a:lvl7pPr marL="2971800" indent="-228600" eaLnBrk="0" fontAlgn="base" hangingPunct="0">
              <a:spcBef>
                <a:spcPct val="0"/>
              </a:spcBef>
              <a:spcAft>
                <a:spcPct val="0"/>
              </a:spcAft>
              <a:defRPr sz="2000">
                <a:solidFill>
                  <a:schemeClr val="tx1"/>
                </a:solidFill>
                <a:latin typeface="Arial"/>
                <a:ea typeface="ＭＳ Ｐゴシック" pitchFamily="-106" charset="-128"/>
              </a:defRPr>
            </a:lvl7pPr>
            <a:lvl8pPr marL="3429000" indent="-228600" eaLnBrk="0" fontAlgn="base" hangingPunct="0">
              <a:spcBef>
                <a:spcPct val="0"/>
              </a:spcBef>
              <a:spcAft>
                <a:spcPct val="0"/>
              </a:spcAft>
              <a:defRPr sz="2000">
                <a:solidFill>
                  <a:schemeClr val="tx1"/>
                </a:solidFill>
                <a:latin typeface="Arial"/>
                <a:ea typeface="ＭＳ Ｐゴシック" pitchFamily="-106" charset="-128"/>
              </a:defRPr>
            </a:lvl8pPr>
            <a:lvl9pPr marL="3886200" indent="-228600" eaLnBrk="0" fontAlgn="base" hangingPunct="0">
              <a:spcBef>
                <a:spcPct val="0"/>
              </a:spcBef>
              <a:spcAft>
                <a:spcPct val="0"/>
              </a:spcAft>
              <a:defRPr sz="2000">
                <a:solidFill>
                  <a:schemeClr val="tx1"/>
                </a:solidFill>
                <a:latin typeface="Arial"/>
                <a:ea typeface="ＭＳ Ｐゴシック" pitchFamily="-106" charset="-128"/>
              </a:defRPr>
            </a:lvl9pPr>
          </a:lstStyle>
          <a:p>
            <a:pPr algn="ctr">
              <a:lnSpc>
                <a:spcPct val="110000"/>
              </a:lnSpc>
            </a:pPr>
            <a:r>
              <a:rPr lang="en-US" sz="4400" b="1" dirty="0">
                <a:latin typeface="Quattrocento" panose="02020802030000000404" pitchFamily="18" charset="0"/>
                <a:cs typeface="Arial" pitchFamily="34" charset="0"/>
              </a:rPr>
              <a:t>Abstract</a:t>
            </a:r>
            <a:endParaRPr lang="en-US" sz="5400" b="1" dirty="0">
              <a:latin typeface="Quattrocento" panose="02020802030000000404" pitchFamily="18" charset="0"/>
              <a:cs typeface="Arial" pitchFamily="34" charset="0"/>
            </a:endParaRPr>
          </a:p>
        </p:txBody>
      </p:sp>
      <p:sp>
        <p:nvSpPr>
          <p:cNvPr id="22" name="TextBox 21">
            <a:extLst>
              <a:ext uri="{FF2B5EF4-FFF2-40B4-BE49-F238E27FC236}">
                <a16:creationId xmlns="" xmlns:a16="http://schemas.microsoft.com/office/drawing/2014/main" id="{EBB6AC4A-C17C-4A50-801D-9D770B2D4747}"/>
              </a:ext>
            </a:extLst>
          </p:cNvPr>
          <p:cNvSpPr txBox="1"/>
          <p:nvPr/>
        </p:nvSpPr>
        <p:spPr>
          <a:xfrm>
            <a:off x="571634" y="14560689"/>
            <a:ext cx="10248766" cy="5078313"/>
          </a:xfrm>
          <a:prstGeom prst="rect">
            <a:avLst/>
          </a:prstGeom>
          <a:noFill/>
        </p:spPr>
        <p:txBody>
          <a:bodyPr wrap="square" rtlCol="0">
            <a:spAutoFit/>
          </a:bodyPr>
          <a:lstStyle>
            <a:defPPr>
              <a:defRPr kern="1200"/>
            </a:defPPr>
          </a:lstStyle>
          <a:p>
            <a:pPr algn="just"/>
            <a:r>
              <a:rPr lang="en-US" sz="3600" dirty="0">
                <a:latin typeface="Quattrocento" panose="02020502030000000404" pitchFamily="18" charset="0"/>
              </a:rPr>
              <a:t>This project tackles the challenge of summarizing YouTube video transcripts, such as lectures, webinars, and speeches. Many people find it time-consuming to watch lengthy videos just to get a few key points. The YouTube Transcript Summarizer provides a solution by generating brief, accurate summaries, helping users quickly understand the main ideas of a video without watching it in full.</a:t>
            </a:r>
            <a:endParaRPr lang="en-US" sz="3600" dirty="0">
              <a:latin typeface="Quattrocento" panose="02020502030000000404" pitchFamily="18" charset="0"/>
              <a:ea typeface="Open Sans" panose="020B0606030504020204" pitchFamily="34" charset="0"/>
              <a:cs typeface="Open Sans" panose="020B0606030504020204" pitchFamily="34" charset="0"/>
            </a:endParaRPr>
          </a:p>
        </p:txBody>
      </p:sp>
      <p:sp>
        <p:nvSpPr>
          <p:cNvPr id="294" name="TextBox 293">
            <a:extLst>
              <a:ext uri="{FF2B5EF4-FFF2-40B4-BE49-F238E27FC236}">
                <a16:creationId xmlns="" xmlns:a16="http://schemas.microsoft.com/office/drawing/2014/main" id="{02AB78DF-FFEE-448D-966C-EA5988806A81}"/>
              </a:ext>
            </a:extLst>
          </p:cNvPr>
          <p:cNvSpPr txBox="1"/>
          <p:nvPr/>
        </p:nvSpPr>
        <p:spPr>
          <a:xfrm>
            <a:off x="22590946" y="7239000"/>
            <a:ext cx="9794053" cy="7294305"/>
          </a:xfrm>
          <a:prstGeom prst="rect">
            <a:avLst/>
          </a:prstGeom>
          <a:noFill/>
        </p:spPr>
        <p:txBody>
          <a:bodyPr wrap="square" rtlCol="0">
            <a:spAutoFit/>
          </a:bodyPr>
          <a:lstStyle>
            <a:defPPr>
              <a:defRPr kern="1200"/>
            </a:defPPr>
          </a:lstStyle>
          <a:p>
            <a:pPr marL="571500" indent="-571500" algn="just">
              <a:buFont typeface="Arial" panose="020B0604020202020204" pitchFamily="34" charset="0"/>
              <a:buChar char="•"/>
            </a:pPr>
            <a:r>
              <a:rPr lang="en-US" sz="3600" b="1" dirty="0">
                <a:latin typeface="Quattrocento" panose="02020502030000000404" pitchFamily="18" charset="0"/>
              </a:rPr>
              <a:t>Reliability:</a:t>
            </a:r>
            <a:r>
              <a:rPr lang="en-US" sz="3600" dirty="0">
                <a:latin typeface="Quattrocento" panose="02020502030000000404" pitchFamily="18" charset="0"/>
              </a:rPr>
              <a:t> The summarizer consistently produces accurate summaries across different types of videos</a:t>
            </a:r>
            <a:r>
              <a:rPr lang="en-US" sz="3600" dirty="0" smtClean="0">
                <a:latin typeface="Quattrocento" panose="02020502030000000404" pitchFamily="18" charset="0"/>
              </a:rPr>
              <a:t>.</a:t>
            </a:r>
            <a:endParaRPr lang="en-US" sz="3600" dirty="0">
              <a:latin typeface="Quattrocento" panose="02020502030000000404" pitchFamily="18" charset="0"/>
            </a:endParaRPr>
          </a:p>
          <a:p>
            <a:pPr marL="571500" indent="-571500" algn="just">
              <a:buFont typeface="Arial" panose="020B0604020202020204" pitchFamily="34" charset="0"/>
              <a:buChar char="•"/>
            </a:pPr>
            <a:r>
              <a:rPr lang="en-US" sz="3600" b="1" dirty="0">
                <a:latin typeface="Quattrocento" panose="02020502030000000404" pitchFamily="18" charset="0"/>
              </a:rPr>
              <a:t>Availability:</a:t>
            </a:r>
            <a:r>
              <a:rPr lang="en-US" sz="3600" dirty="0">
                <a:latin typeface="Quattrocento" panose="02020502030000000404" pitchFamily="18" charset="0"/>
              </a:rPr>
              <a:t> The tool is accessible online and available 24/7, providing users with instant access to video summaries whenever needed</a:t>
            </a:r>
            <a:r>
              <a:rPr lang="en-US" sz="3600" dirty="0" smtClean="0">
                <a:latin typeface="Quattrocento" panose="02020502030000000404" pitchFamily="18" charset="0"/>
              </a:rPr>
              <a:t>.</a:t>
            </a:r>
            <a:endParaRPr lang="en-US" sz="3600" dirty="0">
              <a:latin typeface="Quattrocento" panose="02020502030000000404" pitchFamily="18" charset="0"/>
            </a:endParaRPr>
          </a:p>
          <a:p>
            <a:pPr marL="568325" indent="-568325" algn="just">
              <a:buFont typeface="Arial" panose="020B0604020202020204" pitchFamily="34" charset="0"/>
              <a:buChar char="•"/>
              <a:tabLst>
                <a:tab pos="568325" algn="l"/>
              </a:tabLst>
            </a:pPr>
            <a:r>
              <a:rPr lang="en-US" sz="3600" b="1" dirty="0" smtClean="0">
                <a:latin typeface="Quattrocento" panose="02020502030000000404" pitchFamily="18" charset="0"/>
              </a:rPr>
              <a:t>Security</a:t>
            </a:r>
            <a:r>
              <a:rPr lang="en-US" sz="3600" b="1" dirty="0">
                <a:latin typeface="Quattrocento" panose="02020502030000000404" pitchFamily="18" charset="0"/>
              </a:rPr>
              <a:t>:</a:t>
            </a:r>
            <a:r>
              <a:rPr lang="en-US" sz="3600" dirty="0">
                <a:latin typeface="Quattrocento" panose="02020502030000000404" pitchFamily="18" charset="0"/>
              </a:rPr>
              <a:t> Built-in data protection </a:t>
            </a:r>
            <a:r>
              <a:rPr lang="en-US" sz="3600" dirty="0" smtClean="0">
                <a:latin typeface="Quattrocento" panose="02020502030000000404" pitchFamily="18" charset="0"/>
              </a:rPr>
              <a:t>  ensures </a:t>
            </a:r>
            <a:r>
              <a:rPr lang="en-US" sz="3600" dirty="0">
                <a:latin typeface="Quattrocento" panose="02020502030000000404" pitchFamily="18" charset="0"/>
              </a:rPr>
              <a:t>users' information and privacy are secure while using the service</a:t>
            </a:r>
            <a:r>
              <a:rPr lang="en-US" sz="3600" dirty="0" smtClean="0">
                <a:latin typeface="Quattrocento" panose="02020502030000000404" pitchFamily="18" charset="0"/>
              </a:rPr>
              <a:t>.</a:t>
            </a:r>
            <a:endParaRPr lang="en-US" sz="3600" dirty="0">
              <a:latin typeface="Quattrocento" panose="02020502030000000404" pitchFamily="18" charset="0"/>
              <a:ea typeface="Open Sans" panose="020B0606030504020204" pitchFamily="34" charset="0"/>
              <a:cs typeface="Open Sans" panose="020B0606030504020204" pitchFamily="34" charset="0"/>
            </a:endParaRPr>
          </a:p>
          <a:p>
            <a:pPr marL="571500" indent="-571500" algn="just">
              <a:buFont typeface="Arial" panose="020B0604020202020204" pitchFamily="34" charset="0"/>
              <a:buChar char="•"/>
            </a:pPr>
            <a:r>
              <a:rPr lang="en-US" sz="3600" b="1" dirty="0">
                <a:latin typeface="Quattrocento" panose="02020502030000000404" pitchFamily="18" charset="0"/>
              </a:rPr>
              <a:t>Time Efficiency:</a:t>
            </a:r>
            <a:r>
              <a:rPr lang="en-US" sz="3600" dirty="0">
                <a:latin typeface="Quattrocento" panose="02020502030000000404" pitchFamily="18" charset="0"/>
              </a:rPr>
              <a:t> Reduces video-watching time significantly by providing quick access to essential information.</a:t>
            </a:r>
            <a:endParaRPr lang="en-US" sz="3600" dirty="0">
              <a:latin typeface="Quattrocento" panose="02020502030000000404" pitchFamily="18" charset="0"/>
              <a:ea typeface="Open Sans" panose="020B0606030504020204" pitchFamily="34" charset="0"/>
              <a:cs typeface="Open Sans" panose="020B0606030504020204" pitchFamily="34" charset="0"/>
            </a:endParaRPr>
          </a:p>
        </p:txBody>
      </p:sp>
      <p:sp>
        <p:nvSpPr>
          <p:cNvPr id="295" name="TextBox 294">
            <a:extLst>
              <a:ext uri="{FF2B5EF4-FFF2-40B4-BE49-F238E27FC236}">
                <a16:creationId xmlns="" xmlns:a16="http://schemas.microsoft.com/office/drawing/2014/main" id="{39259EE9-8D55-4A34-BCDD-8F3F221271A7}"/>
              </a:ext>
            </a:extLst>
          </p:cNvPr>
          <p:cNvSpPr txBox="1"/>
          <p:nvPr/>
        </p:nvSpPr>
        <p:spPr>
          <a:xfrm>
            <a:off x="22669634" y="16306800"/>
            <a:ext cx="9715366" cy="4524315"/>
          </a:xfrm>
          <a:prstGeom prst="rect">
            <a:avLst/>
          </a:prstGeom>
          <a:noFill/>
        </p:spPr>
        <p:txBody>
          <a:bodyPr wrap="square" rtlCol="0">
            <a:spAutoFit/>
          </a:bodyPr>
          <a:lstStyle>
            <a:defPPr>
              <a:defRPr kern="1200"/>
            </a:defPPr>
          </a:lstStyle>
          <a:p>
            <a:pPr algn="just"/>
            <a:r>
              <a:rPr lang="en-US" sz="3600" dirty="0">
                <a:latin typeface="Quattrocento" panose="02020502030000000404" pitchFamily="18" charset="0"/>
              </a:rPr>
              <a:t>Vid Brief enhances the accessibility, efficiency, and usability of video content, making it valuable for diverse user groups like students, professionals, content creators, and everyday viewers. By transforming lengthy videos into concise text summaries, it saves time and supports more effective learning and information retention.</a:t>
            </a:r>
            <a:endParaRPr lang="en-US" sz="3600" dirty="0">
              <a:latin typeface="Quattrocento" panose="02020502030000000404" pitchFamily="18" charset="0"/>
              <a:ea typeface="Open Sans" panose="020B0606030504020204" pitchFamily="34" charset="0"/>
              <a:cs typeface="Open Sans" panose="020B0606030504020204" pitchFamily="34" charset="0"/>
            </a:endParaRPr>
          </a:p>
        </p:txBody>
      </p:sp>
      <p:pic>
        <p:nvPicPr>
          <p:cNvPr id="3" name="Picture 2">
            <a:extLst>
              <a:ext uri="{FF2B5EF4-FFF2-40B4-BE49-F238E27FC236}">
                <a16:creationId xmlns="" xmlns:a16="http://schemas.microsoft.com/office/drawing/2014/main" id="{7EC6AD0D-6931-CA32-AD82-67C292188600}"/>
              </a:ext>
            </a:extLst>
          </p:cNvPr>
          <p:cNvPicPr>
            <a:picLocks noChangeAspect="1"/>
          </p:cNvPicPr>
          <p:nvPr/>
        </p:nvPicPr>
        <p:blipFill>
          <a:blip r:embed="rId4">
            <a:extLst>
              <a:ext uri="{28A0092B-C50C-407E-A947-70E740481C1C}">
                <a14:useLocalDpi xmlns="" xmlns:a14="http://schemas.microsoft.com/office/drawing/2010/main" val="0"/>
              </a:ext>
            </a:extLst>
          </a:blip>
          <a:stretch>
            <a:fillRect/>
          </a:stretch>
        </p:blipFill>
        <p:spPr>
          <a:xfrm>
            <a:off x="1371599" y="1319921"/>
            <a:ext cx="3762809" cy="3328279"/>
          </a:xfrm>
          <a:prstGeom prst="rect">
            <a:avLst/>
          </a:prstGeom>
        </p:spPr>
      </p:pic>
      <p:pic>
        <p:nvPicPr>
          <p:cNvPr id="5" name="Picture 4">
            <a:extLst>
              <a:ext uri="{FF2B5EF4-FFF2-40B4-BE49-F238E27FC236}">
                <a16:creationId xmlns="" xmlns:a16="http://schemas.microsoft.com/office/drawing/2014/main" id="{294EDA28-6ECF-7925-C690-C02923BC4576}"/>
              </a:ext>
            </a:extLst>
          </p:cNvPr>
          <p:cNvPicPr>
            <a:picLocks noChangeAspect="1"/>
          </p:cNvPicPr>
          <p:nvPr/>
        </p:nvPicPr>
        <p:blipFill>
          <a:blip r:embed="rId5" cstate="print">
            <a:extLst>
              <a:ext uri="{28A0092B-C50C-407E-A947-70E740481C1C}">
                <a14:useLocalDpi xmlns="" xmlns:a14="http://schemas.microsoft.com/office/drawing/2010/main" val="0"/>
              </a:ext>
            </a:extLst>
          </a:blip>
          <a:stretch>
            <a:fillRect/>
          </a:stretch>
        </p:blipFill>
        <p:spPr>
          <a:xfrm>
            <a:off x="28194000" y="329266"/>
            <a:ext cx="3388385" cy="4699934"/>
          </a:xfrm>
          <a:prstGeom prst="rect">
            <a:avLst/>
          </a:prstGeom>
        </p:spPr>
      </p:pic>
      <p:sp>
        <p:nvSpPr>
          <p:cNvPr id="6" name="Rectangle 10">
            <a:extLst>
              <a:ext uri="{FF2B5EF4-FFF2-40B4-BE49-F238E27FC236}">
                <a16:creationId xmlns="" xmlns:a16="http://schemas.microsoft.com/office/drawing/2014/main" id="{FFBCFD01-5B6D-3BDF-CF62-5AA3DEFEB57B}"/>
              </a:ext>
            </a:extLst>
          </p:cNvPr>
          <p:cNvSpPr>
            <a:spLocks noChangeArrowheads="1"/>
          </p:cNvSpPr>
          <p:nvPr/>
        </p:nvSpPr>
        <p:spPr bwMode="auto">
          <a:xfrm>
            <a:off x="609600" y="19964400"/>
            <a:ext cx="10134600" cy="1143000"/>
          </a:xfrm>
          <a:prstGeom prst="round2DiagRect">
            <a:avLst>
              <a:gd name="adj1" fmla="val 30178"/>
              <a:gd name="adj2" fmla="val 0"/>
            </a:avLst>
          </a:prstGeom>
          <a:solidFill>
            <a:schemeClr val="accent1"/>
          </a:solidFill>
          <a:ln w="12700">
            <a:noFill/>
            <a:miter lim="800000"/>
          </a:ln>
        </p:spPr>
        <p:txBody>
          <a:bodyPr wrap="none" lIns="205740" tIns="54864" rIns="205740" bIns="51422" anchor="ctr" anchorCtr="0"/>
          <a:lstStyle>
            <a:defPPr>
              <a:defRPr kern="1200"/>
            </a:defPPr>
          </a:lstStyle>
          <a:p>
            <a:pPr algn="ctr" defTabSz="3526941">
              <a:defRPr/>
            </a:pPr>
            <a:r>
              <a:rPr lang="en-US" sz="4400" b="1" dirty="0">
                <a:solidFill>
                  <a:schemeClr val="bg1"/>
                </a:solidFill>
                <a:latin typeface="Quattrocento" panose="02020802030000000404" pitchFamily="18" charset="0"/>
              </a:rPr>
              <a:t>Objectives</a:t>
            </a:r>
          </a:p>
        </p:txBody>
      </p:sp>
      <p:sp>
        <p:nvSpPr>
          <p:cNvPr id="7" name="Rectangle 10">
            <a:extLst>
              <a:ext uri="{FF2B5EF4-FFF2-40B4-BE49-F238E27FC236}">
                <a16:creationId xmlns="" xmlns:a16="http://schemas.microsoft.com/office/drawing/2014/main" id="{DF297CE2-54EB-00D3-27FF-7FAD31A13290}"/>
              </a:ext>
            </a:extLst>
          </p:cNvPr>
          <p:cNvSpPr>
            <a:spLocks noChangeArrowheads="1"/>
          </p:cNvSpPr>
          <p:nvPr/>
        </p:nvSpPr>
        <p:spPr bwMode="auto">
          <a:xfrm>
            <a:off x="22669634" y="21107400"/>
            <a:ext cx="9715366" cy="1219200"/>
          </a:xfrm>
          <a:prstGeom prst="round2DiagRect">
            <a:avLst>
              <a:gd name="adj1" fmla="val 33555"/>
              <a:gd name="adj2" fmla="val 0"/>
            </a:avLst>
          </a:prstGeom>
          <a:solidFill>
            <a:schemeClr val="accent1"/>
          </a:solidFill>
          <a:ln w="12700">
            <a:noFill/>
            <a:miter lim="800000"/>
          </a:ln>
        </p:spPr>
        <p:txBody>
          <a:bodyPr wrap="none" lIns="205740" tIns="54864" rIns="205740" bIns="51422" anchor="ctr" anchorCtr="0"/>
          <a:lstStyle>
            <a:defPPr>
              <a:defRPr kern="1200"/>
            </a:defPPr>
          </a:lstStyle>
          <a:p>
            <a:pPr algn="ctr" defTabSz="3526941">
              <a:defRPr/>
            </a:pPr>
            <a:r>
              <a:rPr lang="en-US" sz="4400" b="1" dirty="0">
                <a:solidFill>
                  <a:schemeClr val="bg1"/>
                </a:solidFill>
                <a:latin typeface="Quattrocento" panose="02020802030000000404" pitchFamily="18" charset="0"/>
              </a:rPr>
              <a:t>Acknowledgement</a:t>
            </a:r>
            <a:endParaRPr lang="en-US" sz="4200" b="1" dirty="0">
              <a:solidFill>
                <a:schemeClr val="bg1"/>
              </a:solidFill>
              <a:latin typeface="Quattrocento" panose="02020802030000000404" pitchFamily="18" charset="0"/>
            </a:endParaRPr>
          </a:p>
        </p:txBody>
      </p:sp>
      <p:sp>
        <p:nvSpPr>
          <p:cNvPr id="9" name="TextBox 8">
            <a:extLst>
              <a:ext uri="{FF2B5EF4-FFF2-40B4-BE49-F238E27FC236}">
                <a16:creationId xmlns="" xmlns:a16="http://schemas.microsoft.com/office/drawing/2014/main" id="{B82C6452-CF00-7EBC-6678-15948D742171}"/>
              </a:ext>
            </a:extLst>
          </p:cNvPr>
          <p:cNvSpPr txBox="1"/>
          <p:nvPr/>
        </p:nvSpPr>
        <p:spPr>
          <a:xfrm>
            <a:off x="22707600" y="22707600"/>
            <a:ext cx="9715366" cy="3970318"/>
          </a:xfrm>
          <a:prstGeom prst="rect">
            <a:avLst/>
          </a:prstGeom>
          <a:noFill/>
        </p:spPr>
        <p:txBody>
          <a:bodyPr wrap="square" rtlCol="0">
            <a:spAutoFit/>
          </a:bodyPr>
          <a:lstStyle>
            <a:defPPr>
              <a:defRPr kern="1200"/>
            </a:defPPr>
          </a:lstStyle>
          <a:p>
            <a:pPr algn="just"/>
            <a:r>
              <a:rPr lang="en-US" sz="3600" dirty="0">
                <a:latin typeface="Quattrocento" panose="02020502030000000404" pitchFamily="18" charset="0"/>
              </a:rPr>
              <a:t>We thank our </a:t>
            </a:r>
            <a:r>
              <a:rPr lang="en-US" sz="3600" dirty="0" smtClean="0">
                <a:latin typeface="Quattrocento" panose="02020502030000000404" pitchFamily="18" charset="0"/>
              </a:rPr>
              <a:t>Project </a:t>
            </a:r>
            <a:r>
              <a:rPr lang="en-US" sz="3600" dirty="0">
                <a:latin typeface="Quattrocento" panose="02020502030000000404" pitchFamily="18" charset="0"/>
              </a:rPr>
              <a:t>G</a:t>
            </a:r>
            <a:r>
              <a:rPr lang="en-US" sz="3600" dirty="0" smtClean="0">
                <a:latin typeface="Quattrocento" panose="02020502030000000404" pitchFamily="18" charset="0"/>
              </a:rPr>
              <a:t>uide</a:t>
            </a:r>
            <a:r>
              <a:rPr lang="en-US" sz="3600" dirty="0">
                <a:latin typeface="Quattrocento" panose="02020502030000000404" pitchFamily="18" charset="0"/>
              </a:rPr>
              <a:t>, </a:t>
            </a:r>
            <a:r>
              <a:rPr lang="en-US" sz="3600" b="1" dirty="0">
                <a:latin typeface="Quattrocento" panose="02020502030000000404" pitchFamily="18" charset="0"/>
              </a:rPr>
              <a:t>Prof. Pawan Makhija</a:t>
            </a:r>
            <a:r>
              <a:rPr lang="en-US" sz="3600" dirty="0">
                <a:latin typeface="Quattrocento" panose="02020502030000000404" pitchFamily="18" charset="0"/>
              </a:rPr>
              <a:t>, for his support and guidance. We are also grateful to our </a:t>
            </a:r>
            <a:r>
              <a:rPr lang="en-US" sz="3600" dirty="0" smtClean="0">
                <a:latin typeface="Quattrocento" panose="02020502030000000404" pitchFamily="18" charset="0"/>
              </a:rPr>
              <a:t>Project </a:t>
            </a:r>
            <a:r>
              <a:rPr lang="en-US" sz="3600" dirty="0">
                <a:latin typeface="Quattrocento" panose="02020502030000000404" pitchFamily="18" charset="0"/>
              </a:rPr>
              <a:t>I</a:t>
            </a:r>
            <a:r>
              <a:rPr lang="en-US" sz="3600" dirty="0" smtClean="0">
                <a:latin typeface="Quattrocento" panose="02020502030000000404" pitchFamily="18" charset="0"/>
              </a:rPr>
              <a:t>n-charge</a:t>
            </a:r>
            <a:r>
              <a:rPr lang="en-US" sz="3600" dirty="0">
                <a:latin typeface="Quattrocento" panose="02020502030000000404" pitchFamily="18" charset="0"/>
              </a:rPr>
              <a:t>, </a:t>
            </a:r>
            <a:r>
              <a:rPr lang="en-US" sz="3600" b="1" dirty="0">
                <a:latin typeface="Quattrocento" panose="02020502030000000404" pitchFamily="18" charset="0"/>
              </a:rPr>
              <a:t>Prof. Mayank Bhatt</a:t>
            </a:r>
            <a:r>
              <a:rPr lang="en-US" sz="3600" dirty="0">
                <a:latin typeface="Quattrocento" panose="02020502030000000404" pitchFamily="18" charset="0"/>
              </a:rPr>
              <a:t>, </a:t>
            </a:r>
            <a:r>
              <a:rPr lang="en-US" sz="3600" dirty="0" smtClean="0">
                <a:latin typeface="Quattrocento" panose="02020502030000000404" pitchFamily="18" charset="0"/>
              </a:rPr>
              <a:t>Project </a:t>
            </a:r>
            <a:r>
              <a:rPr lang="en-US" sz="3600" dirty="0">
                <a:latin typeface="Quattrocento" panose="02020502030000000404" pitchFamily="18" charset="0"/>
              </a:rPr>
              <a:t>C</a:t>
            </a:r>
            <a:r>
              <a:rPr lang="en-US" sz="3600" dirty="0" smtClean="0">
                <a:latin typeface="Quattrocento" panose="02020502030000000404" pitchFamily="18" charset="0"/>
              </a:rPr>
              <a:t>oordinator</a:t>
            </a:r>
            <a:r>
              <a:rPr lang="en-US" sz="3600" dirty="0">
                <a:latin typeface="Quattrocento" panose="02020502030000000404" pitchFamily="18" charset="0"/>
              </a:rPr>
              <a:t>, </a:t>
            </a:r>
            <a:r>
              <a:rPr lang="en-US" sz="3600" b="1" dirty="0">
                <a:latin typeface="Quattrocento" panose="02020502030000000404" pitchFamily="18" charset="0"/>
              </a:rPr>
              <a:t>Prof. Deepak </a:t>
            </a:r>
            <a:r>
              <a:rPr lang="en-US" sz="3600" b="1" dirty="0" smtClean="0">
                <a:latin typeface="Quattrocento" panose="02020502030000000404" pitchFamily="18" charset="0"/>
              </a:rPr>
              <a:t>Singh </a:t>
            </a:r>
            <a:r>
              <a:rPr lang="en-US" sz="3600" b="1" dirty="0" err="1" smtClean="0">
                <a:latin typeface="Quattrocento" panose="02020502030000000404" pitchFamily="18" charset="0"/>
              </a:rPr>
              <a:t>Chauhan</a:t>
            </a:r>
            <a:r>
              <a:rPr lang="en-US" sz="3600" dirty="0" smtClean="0">
                <a:latin typeface="Quattrocento" panose="02020502030000000404" pitchFamily="18" charset="0"/>
              </a:rPr>
              <a:t>, and </a:t>
            </a:r>
            <a:r>
              <a:rPr lang="en-US" sz="3600" b="1" dirty="0">
                <a:latin typeface="Quattrocento" panose="02020502030000000404" pitchFamily="18" charset="0"/>
              </a:rPr>
              <a:t>Prof. (Dr.) Prashant </a:t>
            </a:r>
            <a:r>
              <a:rPr lang="en-US" sz="3600" b="1" dirty="0" err="1">
                <a:latin typeface="Quattrocento" panose="02020502030000000404" pitchFamily="18" charset="0"/>
              </a:rPr>
              <a:t>Lakkadwala</a:t>
            </a:r>
            <a:r>
              <a:rPr lang="en-US" sz="3600" dirty="0" smtClean="0">
                <a:latin typeface="Quattrocento" panose="02020502030000000404" pitchFamily="18" charset="0"/>
              </a:rPr>
              <a:t>, HOD sir </a:t>
            </a:r>
            <a:r>
              <a:rPr lang="en-US" sz="3600" dirty="0">
                <a:latin typeface="Quattrocento" panose="02020502030000000404" pitchFamily="18" charset="0"/>
              </a:rPr>
              <a:t>for their assistance </a:t>
            </a:r>
            <a:r>
              <a:rPr lang="en-US" sz="3600" dirty="0" smtClean="0">
                <a:latin typeface="Quattrocento" panose="02020502030000000404" pitchFamily="18" charset="0"/>
              </a:rPr>
              <a:t>throughout  this  </a:t>
            </a:r>
            <a:r>
              <a:rPr lang="en-US" sz="3600" dirty="0">
                <a:latin typeface="Quattrocento" panose="02020502030000000404" pitchFamily="18" charset="0"/>
              </a:rPr>
              <a:t>project.</a:t>
            </a:r>
            <a:endParaRPr lang="en-US" sz="3600" dirty="0">
              <a:latin typeface="Quattrocento" panose="02020502030000000404" pitchFamily="18" charset="0"/>
              <a:ea typeface="Open Sans" panose="020B0606030504020204" pitchFamily="34" charset="0"/>
              <a:cs typeface="Open Sans" panose="020B0606030504020204" pitchFamily="34" charset="0"/>
            </a:endParaRPr>
          </a:p>
        </p:txBody>
      </p:sp>
      <p:sp>
        <p:nvSpPr>
          <p:cNvPr id="2" name="TextBox 1">
            <a:extLst>
              <a:ext uri="{FF2B5EF4-FFF2-40B4-BE49-F238E27FC236}">
                <a16:creationId xmlns="" xmlns:a16="http://schemas.microsoft.com/office/drawing/2014/main" id="{11FDF134-0E59-94A3-27F9-2B7C9A0F6602}"/>
              </a:ext>
            </a:extLst>
          </p:cNvPr>
          <p:cNvSpPr txBox="1"/>
          <p:nvPr/>
        </p:nvSpPr>
        <p:spPr>
          <a:xfrm>
            <a:off x="533400" y="21488400"/>
            <a:ext cx="10134600" cy="5078313"/>
          </a:xfrm>
          <a:prstGeom prst="rect">
            <a:avLst/>
          </a:prstGeom>
          <a:noFill/>
        </p:spPr>
        <p:txBody>
          <a:bodyPr wrap="square" rtlCol="0">
            <a:spAutoFit/>
          </a:bodyPr>
          <a:lstStyle/>
          <a:p>
            <a:pPr marL="504825" indent="-504825" algn="just">
              <a:buFont typeface="+mj-lt"/>
              <a:buAutoNum type="arabicPeriod"/>
            </a:pPr>
            <a:r>
              <a:rPr lang="en-US" sz="3600" b="1" dirty="0" smtClean="0">
                <a:latin typeface="Quattrocento" panose="02020502030000000404" pitchFamily="18" charset="0"/>
              </a:rPr>
              <a:t>Enhance </a:t>
            </a:r>
            <a:r>
              <a:rPr lang="en-US" sz="3600" b="1" dirty="0">
                <a:latin typeface="Quattrocento" panose="02020502030000000404" pitchFamily="18" charset="0"/>
              </a:rPr>
              <a:t>Accessibility:</a:t>
            </a:r>
            <a:r>
              <a:rPr lang="en-US" sz="3600" dirty="0">
                <a:latin typeface="Quattrocento" panose="02020502030000000404" pitchFamily="18" charset="0"/>
              </a:rPr>
              <a:t> Provide easy access to video content in a text-based summary form for faster understanding.</a:t>
            </a:r>
          </a:p>
          <a:p>
            <a:pPr marL="504825" indent="-504825" algn="just">
              <a:buFont typeface="+mj-lt"/>
              <a:buAutoNum type="arabicPeriod"/>
            </a:pPr>
            <a:r>
              <a:rPr lang="en-US" sz="3600" b="1" dirty="0" smtClean="0">
                <a:latin typeface="Quattrocento" panose="02020502030000000404" pitchFamily="18" charset="0"/>
              </a:rPr>
              <a:t>Save </a:t>
            </a:r>
            <a:r>
              <a:rPr lang="en-US" sz="3600" b="1" dirty="0">
                <a:latin typeface="Quattrocento" panose="02020502030000000404" pitchFamily="18" charset="0"/>
              </a:rPr>
              <a:t>Time:</a:t>
            </a:r>
            <a:r>
              <a:rPr lang="en-US" sz="3600" dirty="0">
                <a:latin typeface="Quattrocento" panose="02020502030000000404" pitchFamily="18" charset="0"/>
              </a:rPr>
              <a:t> Allow users to gain insights from lengthy videos within seconds.</a:t>
            </a:r>
          </a:p>
          <a:p>
            <a:pPr marL="504825" indent="-504825" algn="just">
              <a:buFont typeface="+mj-lt"/>
              <a:buAutoNum type="arabicPeriod"/>
            </a:pPr>
            <a:r>
              <a:rPr lang="en-US" sz="3600" b="1" dirty="0" smtClean="0">
                <a:latin typeface="Quattrocento" panose="02020502030000000404" pitchFamily="18" charset="0"/>
              </a:rPr>
              <a:t>User-Friendly </a:t>
            </a:r>
            <a:r>
              <a:rPr lang="en-US" sz="3600" b="1" dirty="0">
                <a:latin typeface="Quattrocento" panose="02020502030000000404" pitchFamily="18" charset="0"/>
              </a:rPr>
              <a:t>Interface:</a:t>
            </a:r>
            <a:r>
              <a:rPr lang="en-US" sz="3600" dirty="0">
                <a:latin typeface="Quattrocento" panose="02020502030000000404" pitchFamily="18" charset="0"/>
              </a:rPr>
              <a:t> Develop </a:t>
            </a:r>
            <a:r>
              <a:rPr lang="en-US" sz="3600" dirty="0" smtClean="0">
                <a:latin typeface="Quattrocento" panose="02020502030000000404" pitchFamily="18" charset="0"/>
              </a:rPr>
              <a:t>  an </a:t>
            </a:r>
            <a:r>
              <a:rPr lang="en-US" sz="3600" dirty="0">
                <a:latin typeface="Quattrocento" panose="02020502030000000404" pitchFamily="18" charset="0"/>
              </a:rPr>
              <a:t>intuitive interface where users can easily input a video URL and receive the summary.</a:t>
            </a:r>
          </a:p>
          <a:p>
            <a:pPr algn="just"/>
            <a:endParaRPr lang="en-IN" sz="3600" dirty="0">
              <a:latin typeface="Quattrocento" panose="02020502030000000404" pitchFamily="18" charset="0"/>
            </a:endParaRPr>
          </a:p>
        </p:txBody>
      </p:sp>
      <p:sp>
        <p:nvSpPr>
          <p:cNvPr id="10" name="TextBox 9">
            <a:extLst>
              <a:ext uri="{FF2B5EF4-FFF2-40B4-BE49-F238E27FC236}">
                <a16:creationId xmlns="" xmlns:a16="http://schemas.microsoft.com/office/drawing/2014/main" id="{02026002-6ADA-37A1-5738-C8A74F541481}"/>
              </a:ext>
            </a:extLst>
          </p:cNvPr>
          <p:cNvSpPr txBox="1"/>
          <p:nvPr/>
        </p:nvSpPr>
        <p:spPr>
          <a:xfrm>
            <a:off x="901346" y="7081183"/>
            <a:ext cx="9538054" cy="5078313"/>
          </a:xfrm>
          <a:prstGeom prst="rect">
            <a:avLst/>
          </a:prstGeom>
          <a:noFill/>
        </p:spPr>
        <p:txBody>
          <a:bodyPr wrap="square" rtlCol="0">
            <a:spAutoFit/>
          </a:bodyPr>
          <a:lstStyle/>
          <a:p>
            <a:pPr algn="just"/>
            <a:r>
              <a:rPr lang="en-US" sz="3600" dirty="0">
                <a:latin typeface="Quattrocento" panose="02020502030000000404" pitchFamily="18" charset="0"/>
              </a:rPr>
              <a:t>Vid Brief is an AI-powered tool designed to save users time by providing concise summaries of YouTube video transcripts. Using Hugging Face transformers and direct YouTube API integration, Vid- Brief quickly extracts key information from lengthy videos, making it easier for students, professionals, and content creators to grasp main ideas without watching the full content.</a:t>
            </a:r>
            <a:endParaRPr lang="en-IN" sz="3600" dirty="0">
              <a:latin typeface="Quattrocento" panose="02020502030000000404" pitchFamily="18" charset="0"/>
            </a:endParaRPr>
          </a:p>
        </p:txBody>
      </p:sp>
      <p:sp>
        <p:nvSpPr>
          <p:cNvPr id="23" name="TextBox 22">
            <a:extLst>
              <a:ext uri="{FF2B5EF4-FFF2-40B4-BE49-F238E27FC236}">
                <a16:creationId xmlns="" xmlns:a16="http://schemas.microsoft.com/office/drawing/2014/main" id="{E7A1F310-7603-9548-36C0-7456D7FF3105}"/>
              </a:ext>
            </a:extLst>
          </p:cNvPr>
          <p:cNvSpPr txBox="1"/>
          <p:nvPr/>
        </p:nvSpPr>
        <p:spPr>
          <a:xfrm>
            <a:off x="11582400" y="7239000"/>
            <a:ext cx="10210800" cy="7294305"/>
          </a:xfrm>
          <a:prstGeom prst="rect">
            <a:avLst/>
          </a:prstGeom>
          <a:noFill/>
        </p:spPr>
        <p:txBody>
          <a:bodyPr wrap="square" rtlCol="0">
            <a:spAutoFit/>
          </a:bodyPr>
          <a:lstStyle/>
          <a:p>
            <a:pPr algn="just"/>
            <a:r>
              <a:rPr lang="en-US" sz="3600" b="1" dirty="0">
                <a:latin typeface="Quattrocento" panose="02020502030000000404" pitchFamily="18" charset="0"/>
              </a:rPr>
              <a:t>Technologies Used:</a:t>
            </a:r>
            <a:r>
              <a:rPr lang="en-US" sz="3600" dirty="0">
                <a:latin typeface="Quattrocento" panose="02020502030000000404" pitchFamily="18" charset="0"/>
              </a:rPr>
              <a:t> The project uses a mix of front-end and back-end tools like HTML, CSS, Python, Flask, and Hugging Face transformers. These technologies support the development of an effective summarization tool that integrates with the YouTube API</a:t>
            </a:r>
            <a:r>
              <a:rPr lang="en-US" sz="3600" dirty="0" smtClean="0">
                <a:latin typeface="Quattrocento" panose="02020502030000000404" pitchFamily="18" charset="0"/>
              </a:rPr>
              <a:t>.</a:t>
            </a:r>
            <a:endParaRPr lang="en-IN" sz="3600" dirty="0">
              <a:latin typeface="Quattrocento" panose="02020502030000000404" pitchFamily="18" charset="0"/>
            </a:endParaRPr>
          </a:p>
          <a:p>
            <a:pPr algn="just"/>
            <a:r>
              <a:rPr lang="en-US" sz="3600" b="1" dirty="0">
                <a:latin typeface="Quattrocento" panose="02020502030000000404" pitchFamily="18" charset="0"/>
              </a:rPr>
              <a:t>System Design:</a:t>
            </a:r>
            <a:r>
              <a:rPr lang="en-US" sz="3600" dirty="0">
                <a:latin typeface="Quattrocento" panose="02020502030000000404" pitchFamily="18" charset="0"/>
              </a:rPr>
              <a:t> Utilizes YouTube API, NLP techniques, and a GUI allowing users to input URLs and choose summarization options</a:t>
            </a:r>
            <a:r>
              <a:rPr lang="en-US" sz="3600" dirty="0" smtClean="0">
                <a:latin typeface="Quattrocento" panose="02020502030000000404" pitchFamily="18" charset="0"/>
              </a:rPr>
              <a:t>.</a:t>
            </a:r>
            <a:endParaRPr lang="en-US" sz="3600" dirty="0">
              <a:latin typeface="Quattrocento" panose="02020502030000000404" pitchFamily="18" charset="0"/>
            </a:endParaRPr>
          </a:p>
          <a:p>
            <a:pPr algn="just"/>
            <a:r>
              <a:rPr lang="en-US" sz="3600" b="1" dirty="0">
                <a:latin typeface="Quattrocento" panose="02020502030000000404" pitchFamily="18" charset="0"/>
              </a:rPr>
              <a:t>User Interface (UI):</a:t>
            </a:r>
            <a:r>
              <a:rPr lang="en-US" sz="3600" dirty="0">
                <a:latin typeface="Quattrocento" panose="02020502030000000404" pitchFamily="18" charset="0"/>
              </a:rPr>
              <a:t> A simple, intuitive interface allows users to enter a YouTube video URL and customize summarization options, such as summary length and preferred language.</a:t>
            </a:r>
          </a:p>
        </p:txBody>
      </p:sp>
      <p:sp>
        <p:nvSpPr>
          <p:cNvPr id="56" name="Rectangle 10">
            <a:extLst>
              <a:ext uri="{FF2B5EF4-FFF2-40B4-BE49-F238E27FC236}">
                <a16:creationId xmlns="" xmlns:a16="http://schemas.microsoft.com/office/drawing/2014/main" id="{C7AAC99D-FA63-4F20-9BC9-620B7B5958BE}"/>
              </a:ext>
            </a:extLst>
          </p:cNvPr>
          <p:cNvSpPr>
            <a:spLocks noChangeArrowheads="1"/>
          </p:cNvSpPr>
          <p:nvPr/>
        </p:nvSpPr>
        <p:spPr bwMode="auto">
          <a:xfrm>
            <a:off x="11658600" y="14782800"/>
            <a:ext cx="10287000" cy="1066800"/>
          </a:xfrm>
          <a:prstGeom prst="round2DiagRect">
            <a:avLst>
              <a:gd name="adj1" fmla="val 30178"/>
              <a:gd name="adj2" fmla="val 0"/>
            </a:avLst>
          </a:prstGeom>
          <a:solidFill>
            <a:schemeClr val="accent1"/>
          </a:solidFill>
          <a:ln w="12700">
            <a:noFill/>
            <a:miter lim="800000"/>
          </a:ln>
        </p:spPr>
        <p:txBody>
          <a:bodyPr wrap="none" lIns="205740" tIns="54864" rIns="205740" bIns="51422" anchor="ctr" anchorCtr="0"/>
          <a:lstStyle>
            <a:defPPr>
              <a:defRPr kern="1200"/>
            </a:defPPr>
          </a:lstStyle>
          <a:p>
            <a:pPr algn="ctr" defTabSz="3526941">
              <a:defRPr/>
            </a:pPr>
            <a:r>
              <a:rPr lang="en-US" sz="4400" b="1" dirty="0" smtClean="0">
                <a:solidFill>
                  <a:schemeClr val="bg1"/>
                </a:solidFill>
                <a:latin typeface="Quattrocento" panose="02020802030000000404" pitchFamily="18" charset="0"/>
              </a:rPr>
              <a:t>Project Flow</a:t>
            </a:r>
            <a:endParaRPr lang="en-US" sz="4200" b="1" dirty="0">
              <a:solidFill>
                <a:schemeClr val="bg1"/>
              </a:solidFill>
              <a:latin typeface="Quattrocento" panose="02020802030000000404" pitchFamily="18" charset="0"/>
            </a:endParaRPr>
          </a:p>
        </p:txBody>
      </p:sp>
      <p:sp>
        <p:nvSpPr>
          <p:cNvPr id="1039" name="Rounded Rectangle 1"/>
          <p:cNvSpPr>
            <a:spLocks noChangeArrowheads="1"/>
          </p:cNvSpPr>
          <p:nvPr/>
        </p:nvSpPr>
        <p:spPr bwMode="auto">
          <a:xfrm>
            <a:off x="12039600" y="16306800"/>
            <a:ext cx="9296400" cy="990599"/>
          </a:xfrm>
          <a:prstGeom prst="round2DiagRect">
            <a:avLst>
              <a:gd name="adj1" fmla="val 38948"/>
              <a:gd name="adj2" fmla="val 0"/>
            </a:avLst>
          </a:prstGeom>
          <a:noFill/>
          <a:ln w="12700">
            <a:solidFill>
              <a:srgbClr val="000000"/>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4000" b="1" i="0" u="none" strike="noStrike" cap="none" normalizeH="0" baseline="0" dirty="0" err="1" smtClean="0">
                <a:ln>
                  <a:noFill/>
                </a:ln>
                <a:solidFill>
                  <a:schemeClr val="tx1"/>
                </a:solidFill>
                <a:effectLst/>
                <a:latin typeface="Quattrocento" charset="0"/>
                <a:ea typeface="Arial" pitchFamily="34" charset="0"/>
                <a:cs typeface="Arial" pitchFamily="34" charset="0"/>
              </a:rPr>
              <a:t>Youtube</a:t>
            </a:r>
            <a:r>
              <a:rPr kumimoji="0" lang="en-US" sz="4000" b="1" i="0" u="none" strike="noStrike" cap="none" normalizeH="0" baseline="0" dirty="0" smtClean="0">
                <a:ln>
                  <a:noFill/>
                </a:ln>
                <a:solidFill>
                  <a:schemeClr val="tx1"/>
                </a:solidFill>
                <a:effectLst/>
                <a:latin typeface="Quattrocento" charset="0"/>
                <a:ea typeface="Arial" pitchFamily="34" charset="0"/>
                <a:cs typeface="Arial" pitchFamily="34" charset="0"/>
              </a:rPr>
              <a:t> Video URL</a:t>
            </a:r>
          </a:p>
        </p:txBody>
      </p:sp>
      <p:sp>
        <p:nvSpPr>
          <p:cNvPr id="1040" name="Rounded Rectangle 3"/>
          <p:cNvSpPr>
            <a:spLocks noChangeArrowheads="1"/>
          </p:cNvSpPr>
          <p:nvPr/>
        </p:nvSpPr>
        <p:spPr bwMode="auto">
          <a:xfrm>
            <a:off x="12115800" y="17983198"/>
            <a:ext cx="9220200" cy="1143001"/>
          </a:xfrm>
          <a:prstGeom prst="round2DiagRect">
            <a:avLst>
              <a:gd name="adj1" fmla="val 37268"/>
              <a:gd name="adj2" fmla="val 0"/>
            </a:avLst>
          </a:prstGeom>
          <a:noFill/>
          <a:ln w="12700">
            <a:solidFill>
              <a:srgbClr val="000000"/>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4000" b="1" i="0" u="none" strike="noStrike" cap="none" normalizeH="0" baseline="0" dirty="0" smtClean="0">
                <a:ln>
                  <a:noFill/>
                </a:ln>
                <a:solidFill>
                  <a:schemeClr val="tx1"/>
                </a:solidFill>
                <a:effectLst/>
                <a:latin typeface="Quattrocento" charset="0"/>
                <a:ea typeface="Arial" pitchFamily="34" charset="0"/>
                <a:cs typeface="Arial" pitchFamily="34" charset="0"/>
              </a:rPr>
              <a:t>Transcript API</a:t>
            </a:r>
            <a:endParaRPr kumimoji="0" lang="en-US" sz="4800" b="0" i="0" u="none" strike="noStrike" cap="none" normalizeH="0" baseline="0" dirty="0" smtClean="0">
              <a:ln>
                <a:noFill/>
              </a:ln>
              <a:solidFill>
                <a:schemeClr val="tx1"/>
              </a:solidFill>
              <a:effectLst/>
              <a:latin typeface="Quattrocento" charset="0"/>
              <a:cs typeface="Arial" pitchFamily="34" charset="0"/>
            </a:endParaRPr>
          </a:p>
        </p:txBody>
      </p:sp>
      <p:sp>
        <p:nvSpPr>
          <p:cNvPr id="1041" name="Rounded Rectangle 5"/>
          <p:cNvSpPr>
            <a:spLocks noChangeArrowheads="1"/>
          </p:cNvSpPr>
          <p:nvPr/>
        </p:nvSpPr>
        <p:spPr bwMode="auto">
          <a:xfrm>
            <a:off x="12115800" y="19735799"/>
            <a:ext cx="9220200" cy="1066802"/>
          </a:xfrm>
          <a:prstGeom prst="round2DiagRect">
            <a:avLst>
              <a:gd name="adj1" fmla="val 28490"/>
              <a:gd name="adj2" fmla="val 0"/>
            </a:avLst>
          </a:prstGeom>
          <a:noFill/>
          <a:ln w="12700">
            <a:solidFill>
              <a:srgbClr val="000000"/>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4000" b="1" i="0" u="none" strike="noStrike" cap="none" normalizeH="0" baseline="0" dirty="0" smtClean="0">
                <a:ln>
                  <a:noFill/>
                </a:ln>
                <a:solidFill>
                  <a:schemeClr val="tx1"/>
                </a:solidFill>
                <a:effectLst/>
                <a:latin typeface="Quattrocento" charset="0"/>
                <a:ea typeface="Arial" pitchFamily="34" charset="0"/>
                <a:cs typeface="Arial" pitchFamily="34" charset="0"/>
              </a:rPr>
              <a:t>Transcript text</a:t>
            </a:r>
          </a:p>
        </p:txBody>
      </p:sp>
      <p:sp>
        <p:nvSpPr>
          <p:cNvPr id="1042" name="AutoShape 18"/>
          <p:cNvSpPr>
            <a:spLocks noChangeArrowheads="1"/>
          </p:cNvSpPr>
          <p:nvPr/>
        </p:nvSpPr>
        <p:spPr bwMode="auto">
          <a:xfrm>
            <a:off x="12115800" y="21488398"/>
            <a:ext cx="9220200" cy="1066802"/>
          </a:xfrm>
          <a:prstGeom prst="round2DiagRect">
            <a:avLst>
              <a:gd name="adj1" fmla="val 33908"/>
              <a:gd name="adj2" fmla="val 0"/>
            </a:avLst>
          </a:prstGeom>
          <a:noFill/>
          <a:ln w="12700">
            <a:solidFill>
              <a:srgbClr val="000000"/>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4000" b="1" i="0" u="none" strike="noStrike" cap="none" normalizeH="0" baseline="0" dirty="0" smtClean="0">
                <a:ln>
                  <a:noFill/>
                </a:ln>
                <a:solidFill>
                  <a:schemeClr val="tx1"/>
                </a:solidFill>
                <a:effectLst/>
                <a:latin typeface="Quattrocento" charset="0"/>
                <a:ea typeface="Arial" pitchFamily="34" charset="0"/>
                <a:cs typeface="Arial" pitchFamily="34" charset="0"/>
              </a:rPr>
              <a:t>Summarization Pipeline</a:t>
            </a:r>
          </a:p>
        </p:txBody>
      </p:sp>
      <p:sp>
        <p:nvSpPr>
          <p:cNvPr id="1043" name="Rounded Rectangle 7"/>
          <p:cNvSpPr>
            <a:spLocks noChangeArrowheads="1"/>
          </p:cNvSpPr>
          <p:nvPr/>
        </p:nvSpPr>
        <p:spPr bwMode="auto">
          <a:xfrm>
            <a:off x="12115800" y="23164798"/>
            <a:ext cx="9220200" cy="1066801"/>
          </a:xfrm>
          <a:prstGeom prst="round2DiagRect">
            <a:avLst>
              <a:gd name="adj1" fmla="val 27012"/>
              <a:gd name="adj2" fmla="val 0"/>
            </a:avLst>
          </a:prstGeom>
          <a:noFill/>
          <a:ln w="12700">
            <a:solidFill>
              <a:srgbClr val="000000"/>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4000" b="1" i="0" u="none" strike="noStrike" cap="none" normalizeH="0" baseline="0" dirty="0" smtClean="0">
                <a:ln>
                  <a:noFill/>
                </a:ln>
                <a:solidFill>
                  <a:schemeClr val="tx1"/>
                </a:solidFill>
                <a:effectLst/>
                <a:latin typeface="Quattrocento" charset="0"/>
                <a:ea typeface="Arial" pitchFamily="34" charset="0"/>
                <a:cs typeface="Arial" pitchFamily="34" charset="0"/>
              </a:rPr>
              <a:t>Summarized Text</a:t>
            </a:r>
            <a:endParaRPr kumimoji="0" lang="en-US" sz="4800" b="0" i="0" u="none" strike="noStrike" cap="none" normalizeH="0" baseline="0" dirty="0" smtClean="0">
              <a:ln>
                <a:noFill/>
              </a:ln>
              <a:solidFill>
                <a:schemeClr val="tx1"/>
              </a:solidFill>
              <a:effectLst/>
              <a:latin typeface="Quattrocento" charset="0"/>
              <a:cs typeface="Arial" pitchFamily="34" charset="0"/>
            </a:endParaRPr>
          </a:p>
        </p:txBody>
      </p:sp>
      <p:sp>
        <p:nvSpPr>
          <p:cNvPr id="1044" name="Rounded Rectangle 10"/>
          <p:cNvSpPr>
            <a:spLocks noChangeArrowheads="1"/>
          </p:cNvSpPr>
          <p:nvPr/>
        </p:nvSpPr>
        <p:spPr bwMode="auto">
          <a:xfrm>
            <a:off x="12115800" y="24841198"/>
            <a:ext cx="9296400" cy="990602"/>
          </a:xfrm>
          <a:prstGeom prst="round2DiagRect">
            <a:avLst>
              <a:gd name="adj1" fmla="val 30460"/>
              <a:gd name="adj2" fmla="val 0"/>
            </a:avLst>
          </a:prstGeom>
          <a:noFill/>
          <a:ln w="12700">
            <a:solidFill>
              <a:srgbClr val="000000"/>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4000" b="1" i="0" u="none" strike="noStrike" cap="none" normalizeH="0" baseline="0" dirty="0" smtClean="0">
                <a:ln>
                  <a:noFill/>
                </a:ln>
                <a:solidFill>
                  <a:schemeClr val="tx1"/>
                </a:solidFill>
                <a:effectLst/>
                <a:latin typeface="Quattrocento" charset="0"/>
                <a:ea typeface="Arial" pitchFamily="34" charset="0"/>
                <a:cs typeface="Arial" pitchFamily="34" charset="0"/>
              </a:rPr>
              <a:t>GUI</a:t>
            </a:r>
            <a:endParaRPr kumimoji="0" lang="en-US" sz="4800" b="0" i="0" u="none" strike="noStrike" cap="none" normalizeH="0" baseline="0" dirty="0" smtClean="0">
              <a:ln>
                <a:noFill/>
              </a:ln>
              <a:solidFill>
                <a:schemeClr val="tx1"/>
              </a:solidFill>
              <a:effectLst/>
              <a:latin typeface="Quattrocento" charset="0"/>
              <a:cs typeface="Arial" pitchFamily="34" charset="0"/>
            </a:endParaRPr>
          </a:p>
        </p:txBody>
      </p:sp>
      <p:cxnSp>
        <p:nvCxnSpPr>
          <p:cNvPr id="63" name="Straight Arrow Connector 62"/>
          <p:cNvCxnSpPr>
            <a:cxnSpLocks/>
          </p:cNvCxnSpPr>
          <p:nvPr/>
        </p:nvCxnSpPr>
        <p:spPr>
          <a:xfrm rot="5400000">
            <a:off x="16592796" y="17659104"/>
            <a:ext cx="495300" cy="492"/>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9" name="Straight Arrow Connector 88"/>
          <p:cNvCxnSpPr>
            <a:cxnSpLocks/>
          </p:cNvCxnSpPr>
          <p:nvPr/>
        </p:nvCxnSpPr>
        <p:spPr>
          <a:xfrm rot="5400000">
            <a:off x="16592796" y="19449804"/>
            <a:ext cx="495300" cy="492"/>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0" name="Straight Arrow Connector 89"/>
          <p:cNvCxnSpPr>
            <a:cxnSpLocks/>
          </p:cNvCxnSpPr>
          <p:nvPr/>
        </p:nvCxnSpPr>
        <p:spPr>
          <a:xfrm rot="5400000">
            <a:off x="16592304" y="21164304"/>
            <a:ext cx="495300" cy="492"/>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1" name="Straight Arrow Connector 90"/>
          <p:cNvCxnSpPr>
            <a:cxnSpLocks/>
          </p:cNvCxnSpPr>
          <p:nvPr/>
        </p:nvCxnSpPr>
        <p:spPr>
          <a:xfrm rot="5400000">
            <a:off x="16592304" y="22840704"/>
            <a:ext cx="495300" cy="492"/>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2" name="Straight Arrow Connector 91"/>
          <p:cNvCxnSpPr>
            <a:cxnSpLocks/>
          </p:cNvCxnSpPr>
          <p:nvPr/>
        </p:nvCxnSpPr>
        <p:spPr>
          <a:xfrm rot="5400000">
            <a:off x="16592796" y="24517104"/>
            <a:ext cx="495300" cy="492"/>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pic>
        <p:nvPicPr>
          <p:cNvPr id="93" name="Picture 92" descr="home.png"/>
          <p:cNvPicPr>
            <a:picLocks noChangeAspect="1"/>
          </p:cNvPicPr>
          <p:nvPr/>
        </p:nvPicPr>
        <p:blipFill>
          <a:blip r:embed="rId6"/>
          <a:srcRect t="10459"/>
          <a:stretch>
            <a:fillRect/>
          </a:stretch>
        </p:blipFill>
        <p:spPr>
          <a:xfrm>
            <a:off x="533400" y="26974800"/>
            <a:ext cx="10369980" cy="5410200"/>
          </a:xfrm>
          <a:prstGeom prst="roundRect">
            <a:avLst>
              <a:gd name="adj" fmla="val 10793"/>
            </a:avLst>
          </a:prstGeom>
          <a:ln w="88900" cap="sq">
            <a:noFill/>
            <a:miter lim="800000"/>
          </a:ln>
          <a:effectLst>
            <a:outerShdw blurRad="254000" algn="tl" rotWithShape="0">
              <a:srgbClr val="000000">
                <a:alpha val="43000"/>
              </a:srgbClr>
            </a:outerShdw>
          </a:effectLst>
        </p:spPr>
      </p:pic>
      <p:pic>
        <p:nvPicPr>
          <p:cNvPr id="94" name="Picture 93" descr="home.png"/>
          <p:cNvPicPr>
            <a:picLocks noChangeAspect="1"/>
          </p:cNvPicPr>
          <p:nvPr/>
        </p:nvPicPr>
        <p:blipFill>
          <a:blip r:embed="rId7"/>
          <a:srcRect t="10645"/>
          <a:stretch>
            <a:fillRect/>
          </a:stretch>
        </p:blipFill>
        <p:spPr>
          <a:xfrm>
            <a:off x="11353800" y="27051000"/>
            <a:ext cx="10284403" cy="5334000"/>
          </a:xfrm>
          <a:prstGeom prst="roundRect">
            <a:avLst>
              <a:gd name="adj" fmla="val 8539"/>
            </a:avLst>
          </a:prstGeom>
          <a:ln w="88900" cap="sq">
            <a:noFill/>
            <a:miter lim="800000"/>
          </a:ln>
          <a:effectLst>
            <a:outerShdw blurRad="254000" algn="tl" rotWithShape="0">
              <a:srgbClr val="000000">
                <a:alpha val="43000"/>
              </a:srgbClr>
            </a:outerShdw>
          </a:effectLst>
        </p:spPr>
      </p:pic>
      <p:pic>
        <p:nvPicPr>
          <p:cNvPr id="95" name="Picture 94" descr="home.png"/>
          <p:cNvPicPr>
            <a:picLocks noChangeAspect="1"/>
          </p:cNvPicPr>
          <p:nvPr/>
        </p:nvPicPr>
        <p:blipFill>
          <a:blip r:embed="rId8"/>
          <a:srcRect t="10714" r="3386"/>
          <a:stretch>
            <a:fillRect/>
          </a:stretch>
        </p:blipFill>
        <p:spPr>
          <a:xfrm>
            <a:off x="22098000" y="27051000"/>
            <a:ext cx="10545536" cy="5334000"/>
          </a:xfrm>
          <a:prstGeom prst="roundRect">
            <a:avLst>
              <a:gd name="adj" fmla="val 8539"/>
            </a:avLst>
          </a:prstGeom>
          <a:ln w="88900" cap="sq">
            <a:noFill/>
            <a:miter lim="800000"/>
          </a:ln>
          <a:effectLst>
            <a:outerShdw blurRad="254000" algn="tl" rotWithShape="0">
              <a:srgbClr val="000000">
                <a:alpha val="43000"/>
              </a:srgbClr>
            </a:outerShdw>
          </a:effectLst>
        </p:spPr>
      </p:pic>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6.2.9200.0"/>
  <p:tag name="AS_RELEASE_DATE" val="2022.04.14"/>
  <p:tag name="AS_TITLE" val="Aspose.Slides for .NET 4.0 Client Profile"/>
  <p:tag name="AS_VERSION" val="22.4"/>
  <p:tag name="POSTERNERDTEMPLATE" val="melancholymedallion|08-2022"/>
</p:tagLst>
</file>

<file path=ppt/theme/theme1.xml><?xml version="1.0" encoding="utf-8"?>
<a:theme xmlns:a="http://schemas.openxmlformats.org/drawingml/2006/main" name="Default Design">
  <a:themeElements>
    <a:clrScheme name="Essential">
      <a:dk1>
        <a:srgbClr val="000000"/>
      </a:dk1>
      <a:lt1>
        <a:srgbClr val="FFFFFF"/>
      </a:lt1>
      <a:dk2>
        <a:srgbClr val="D1282E"/>
      </a:dk2>
      <a:lt2>
        <a:srgbClr val="C8C8B1"/>
      </a:lt2>
      <a:accent1>
        <a:srgbClr val="7A7A7A"/>
      </a:accent1>
      <a:accent2>
        <a:srgbClr val="F5C201"/>
      </a:accent2>
      <a:accent3>
        <a:srgbClr val="526DB0"/>
      </a:accent3>
      <a:accent4>
        <a:srgbClr val="989AAC"/>
      </a:accent4>
      <a:accent5>
        <a:srgbClr val="DC5924"/>
      </a:accent5>
      <a:accent6>
        <a:srgbClr val="B4B392"/>
      </a:accent6>
      <a:hlink>
        <a:srgbClr val="CC9900"/>
      </a:hlink>
      <a:folHlink>
        <a:srgbClr val="969696"/>
      </a:folHlink>
    </a:clrScheme>
    <a:fontScheme name="Default Design">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3593</TotalTime>
  <Words>533</Words>
  <Application>Microsoft Office PowerPoint</Application>
  <PresentationFormat>Custom</PresentationFormat>
  <Paragraphs>36</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Quattrocento</vt:lpstr>
      <vt:lpstr>Quattrocento Sans</vt:lpstr>
      <vt:lpstr>ＭＳ Ｐゴシック</vt:lpstr>
      <vt:lpstr>Open Sans</vt:lpstr>
      <vt:lpstr>Default Design</vt:lpstr>
      <vt:lpstr>Slide 1</vt:lpstr>
    </vt:vector>
  </TitlesOfParts>
  <Company>Graphicsland</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Scientific poster example</dc:title>
  <dc:subject>Template For Scientific Poster Presentation</dc:subject>
  <dc:creator>Graphicsland/MakeSigns.com</dc:creator>
  <cp:keywords>scientific, research, template, custom, poster, presentation, symposium, printing, PowerPoint, create, design, example, sample, download</cp:keywords>
  <dc:description>Download our scientific poster templates at no cost to you and get one step closer to making a great research poster.</dc:description>
  <cp:lastModifiedBy>hp</cp:lastModifiedBy>
  <cp:revision>210</cp:revision>
  <cp:lastPrinted>2006-08-04T02:22:52Z</cp:lastPrinted>
  <dcterms:modified xsi:type="dcterms:W3CDTF">2024-11-13T14:19:38Z</dcterms:modified>
  <cp:category>science research poster</cp:category>
</cp:coreProperties>
</file>